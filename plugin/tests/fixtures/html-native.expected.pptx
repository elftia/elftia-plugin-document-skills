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'1.0' encoding='UTF-8'?>
<rels:Relationships xmlns:rels="http://schemas.openxmlformats.org/package/2006/relationships"><rels:Relationship Id="rId1" Type="http://schemas.openxmlformats.org/officeDocument/2006/relationships/officeDocument" Target="ppt/presentation.xml" /><rels:Relationship Id="rId2" Type="http://schemas.openxmlformats.org/package/2006/relationships/metadata/core-properties" Target="docProps/core.xml" /><rels:Relationship Id="rId3" Type="http://schemas.openxmlformats.org/officeDocument/2006/relationships/extended-properties" Target="docProps/app.xml" /></rels: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id="2147483648" r:id="rIdMaster"/>
  </p:sldMasterIdLst>
  <p:sldIdLst>
    <p:sldId id="256" r:id="rIdSlide1"/>
    <p:sldId id="257" r:id="rIdSlide2"/>
  </p:sldIdLst>
  <p:sldSz cx="12192000" cy="6858000" type="screen16x9"/>
  <p:notesSz cx="6858000" cy="9144000"/>
</p:presentation>
</file>

<file path=ppt/_rels/presentation.xml.rels><?xml version='1.0' encoding='UTF-8'?>
<rels:Relationships xmlns:rels="http://schemas.openxmlformats.org/package/2006/relationships"><rels:Relationship Id="rIdMaster" Type="http://schemas.openxmlformats.org/officeDocument/2006/relationships/slideMaster" Target="slideMasters/slideMaster1.xml" /><rels:Relationship Id="rIdSlide1" Type="http://schemas.openxmlformats.org/officeDocument/2006/relationships/slide" Target="slides/slide1.xml" /><rels:Relationship Id="rIdSlide2" Type="http://schemas.openxmlformats.org/officeDocument/2006/relationships/slide" Target="slides/slide2.xml" /></rels:Relationships>
</file>

<file path=ppt/slideLayouts/_rels/slideLayout1.xml.rels><?xml version='1.0' encoding='UTF-8'?>
<rels:Relationships xmlns:rels="http://schemas.openxmlformats.org/package/2006/relationships"><rels:Relationship Id="rIdMaster" Type="http://schemas.openxmlformats.org/officeDocument/2006/relationships/slideMaster" Target="../slideMasters/slideMaster1.xml" /></rels:Relationships>
</file>

<file path=ppt/slideLayouts/slideLayout1.xml><?xml version="1.0" encoding="utf-8"?>
<p:sldLayout xmlns:a="http://schemas.openxmlformats.org/drawingml/2006/main" xmlns:p="http://schemas.openxmlformats.org/presentationml/2006/main">
  <p:cSld name="Cover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sldLayout>
</file>

<file path=ppt/slideMasters/_rels/slideMaster1.xml.rels><?xml version='1.0' encoding='UTF-8'?>
<rels:Relationships xmlns:rels="http://schemas.openxmlformats.org/package/2006/relationships"><rels:Relationship Id="rIdTheme" Type="http://schemas.openxmlformats.org/officeDocument/2006/relationships/theme" Target="../theme/theme1.xml" /><rels:Relationship Id="rIdLayout1" Type="http://schemas.openxmlformats.org/officeDocument/2006/relationships/slideLayout" Target="../slideLayouts/slideLayout1.xml" /></rels: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  <p:txStyles>
    <p:titleStyle>
      <a:lvl1pPr>
        <a:defRPr sz="3000" b="1">
          <a:solidFill>
            <a:srgbClr val="000000"/>
          </a:solidFill>
          <a:latin typeface="+mj-lt"/>
        </a:defRPr>
      </a:lvl1pPr>
    </p:titleStyle>
    <p:bodyStyle>
      <a:lvl1pPr>
        <a:defRPr sz="1800">
          <a:solidFill>
            <a:srgbClr val="222222"/>
          </a:solidFill>
          <a:latin typeface="+mn-lt"/>
        </a:defRPr>
      </a:lvl1pPr>
    </p:bodyStyle>
    <p:otherStyle>
      <a:lvl1pPr>
        <a:defRPr sz="1800">
          <a:solidFill>
            <a:srgbClr val="222222"/>
          </a:solidFill>
          <a:latin typeface="+mn-lt"/>
        </a:defRPr>
      </a:lvl1pPr>
    </p:otherStyle>
  </p:txStyles>
</p:sldMaster>
</file>

<file path=ppt/slides/_rels/slide1.xml.rels><?xml version='1.0' encoding='UTF-8'?>
<rels:Relationships xmlns:rels="http://schemas.openxmlformats.org/package/2006/relationships"><rels:Relationship Id="rIdLayout" Type="http://schemas.openxmlformats.org/officeDocument/2006/relationships/slideLayout" Target="../slideLayouts/slideLayout1.xml" /><rels:Relationship Id="rIdImage1" Type="http://schemas.openxmlformats.org/officeDocument/2006/relationships/image" Target="../media/image1.png" /></rels:Relationships>
</file>

<file path=ppt/slides/_rels/slide2.xml.rels><?xml version='1.0' encoding='UTF-8'?>
<rels:Relationships xmlns:rels="http://schemas.openxmlformats.org/package/2006/relationships"><rels:Relationship Id="rIdLayout" Type="http://schemas.openxmlformats.org/officeDocument/2006/relationships/slideLayout" Target="../slideLayouts/slideLayout1.xml" /></rels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lide-1-back"/>
          <p:cNvSpPr/>
          <p:nvPr/>
        </p:nvSpPr>
        <p:spPr>
          <a:xfrm rot="0">
            <a:off x="762000" y="1778000"/>
            <a:ext cx="3556000" cy="2286000"/>
          </a:xfrm>
          <a:prstGeom prst="rect">
            <a:avLst/>
          </a:prstGeom>
          <a:solidFill>
            <a:srgbClr val="D9E9FF"/>
          </a:solidFill>
          <a:ln w="0">
            <a:noFill/>
          </a:ln>
        </p:spPr>
      </p:sp>
      <p:sp>
        <p:nvSpPr>
          <p:cNvPr id="3" name="slide-1-front"/>
          <p:cNvSpPr/>
          <p:nvPr/>
        </p:nvSpPr>
        <p:spPr>
          <a:xfrm rot="0">
            <a:off x="2540000" y="2667000"/>
            <a:ext cx="3556000" cy="2286000"/>
          </a:xfrm>
          <a:prstGeom prst="roundRect">
            <a:avLst>
              <a:gd name="adj" fmla="val 6667"/>
            </a:avLst>
          </a:prstGeom>
          <a:solidFill>
            <a:srgbClr val="2058A8"/>
          </a:solidFill>
          <a:ln w="25400">
            <a:solidFill>
              <a:srgbClr val="142850"/>
            </a:solidFill>
          </a:ln>
        </p:spPr>
      </p:sp>
      <p:sp>
        <p:nvSpPr>
          <p:cNvPr id="4" name="slide-1-title"/>
          <p:cNvSpPr/>
          <p:nvPr/>
        </p:nvSpPr>
        <p:spPr>
          <a:xfrm rot="0">
            <a:off x="762000" y="571500"/>
            <a:ext cx="7620000" cy="762000"/>
          </a:xfrm>
          <a:prstGeom prst="rect">
            <a:avLst/>
          </a:prstGeom>
          <a:solidFill>
            <a:srgbClr val="D9E9FF"/>
          </a:solidFill>
          <a:ln w="0">
            <a:noFill/>
          </a:ln>
        </p:spPr>
        <p:txBody>
          <a:bodyPr wrap="square" lIns="0" tIns="0" rIns="0" bIns="0"/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142850"/>
                </a:solidFill>
                <a:latin typeface="Arial"/>
              </a:rPr>
              <a:t xml:space="preserve">Native </a:t>
            </a:r>
            <a:r>
              <a:rPr lang="en-US" sz="3200" b="1">
                <a:solidFill>
                  <a:srgbClr val="D64B32"/>
                </a:solidFill>
                <a:latin typeface="Arial"/>
              </a:rPr>
              <a:t>editable</a:t>
            </a:r>
            <a:r>
              <a:rPr lang="en-US" sz="3200">
                <a:solidFill>
                  <a:srgbClr val="142850"/>
                </a:solidFill>
                <a:latin typeface="Arial"/>
              </a:rPr>
              <a:t xml:space="preserve"> deck</a:t>
            </a:r>
            <a:endParaRPr lang="en-US"/>
          </a:p>
        </p:txBody>
      </p:sp>
      <p:pic>
        <p:nvPicPr>
          <p:cNvPr id="5" name="slide-1-image"/>
          <p:cNvPicPr/>
          <p:nvPr/>
        </p:nvPicPr>
        <p:blipFill>
          <a:blip r:embed="rIdImage1">
            <a:alphaModFix amt="50000"/>
          </a:blip>
          <a:stretch>
            <a:fillRect/>
          </a:stretch>
        </p:blipFill>
        <p:spPr>
          <a:xfrm rot="0">
            <a:off x="7112000" y="1651000"/>
            <a:ext cx="2032000" cy="2032000"/>
          </a:xfrm>
          <a:prstGeom prst="roundRect">
            <a:avLst>
              <a:gd name="adj" fmla="val 6250"/>
            </a:avLst>
          </a:prstGeom>
          <a:ln w="25400">
            <a:solidFill>
              <a:srgbClr val="0A141E">
                <a:alpha val="50000"/>
              </a:srgbClr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rgbClr val="F4EE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lide-2-shape"/>
          <p:cNvSpPr/>
          <p:nvPr/>
        </p:nvSpPr>
        <p:spPr>
          <a:xfrm rot="0">
            <a:off x="2540000" y="2667000"/>
            <a:ext cx="3556000" cy="2286000"/>
          </a:xfrm>
          <a:prstGeom prst="ellipse">
            <a:avLst/>
          </a:prstGeom>
          <a:solidFill>
            <a:srgbClr val="D9E9FF"/>
          </a:solidFill>
          <a:ln w="0">
            <a:noFill/>
          </a:ln>
        </p:spPr>
      </p:sp>
      <p:sp>
        <p:nvSpPr>
          <p:cNvPr id="3" name="slide-2-title"/>
          <p:cNvSpPr/>
          <p:nvPr/>
        </p:nvSpPr>
        <p:spPr>
          <a:xfrm rot="0">
            <a:off x="762000" y="571500"/>
            <a:ext cx="7620000" cy="1397000"/>
          </a:xfrm>
          <a:prstGeom prst="rect">
            <a:avLst/>
          </a:prstGeom>
          <a:solidFill>
            <a:srgbClr val="D9E9FF"/>
          </a:solidFill>
          <a:ln w="0">
            <a:noFill/>
          </a:ln>
        </p:spPr>
        <p:txBody>
          <a:bodyPr wrap="square" lIns="0" tIns="0" rIns="0" bIns="0"/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142850"/>
                </a:solidFill>
                <a:latin typeface="Arial"/>
              </a:rPr>
              <a:t>Second slide</a:t>
            </a:r>
            <a:endParaRPr lang="en-US"/>
          </a:p>
          <a:p>
            <a:pPr algn="l">
              <a:lnSpc>
                <a:spcPts val="3840"/>
              </a:lnSpc>
            </a:pPr>
            <a:r>
              <a:rPr lang="en-US" sz="3200" i="1">
                <a:solidFill>
                  <a:srgbClr val="142850"/>
                </a:solidFill>
                <a:latin typeface="Arial"/>
              </a:rPr>
              <a:t>mixed run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ftia Office">
  <a:themeElements>
    <a:clrScheme name="Elftia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lftia 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/>
            </a:gs>
            <a:gs pos="100000">
              <a:schemeClr val="phClr"/>
            </a:gs>
          </a:gsLst>
          <a:lin ang="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0" scaled="0"/>
        </a:gradFill>
      </a:fillStyleLst>
      <a:lnStyleLst>
        <a:ln w="9100" cap="flat" cmpd="sng" algn="ctr">
          <a:solidFill>
            <a:schemeClr val="phClr"/>
          </a:solidFill>
          <a:prstDash val="solid"/>
        </a:ln>
        <a:ln w="9100" cap="flat" cmpd="sng" algn="ctr">
          <a:solidFill>
            <a:schemeClr val="phClr"/>
          </a:solidFill>
          <a:prstDash val="solid"/>
        </a:ln>
        <a:ln w="9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Elftia Document Skills</ns0:Application>
  <ns0:Slides>2</ns0:Slides>
</ns0:Properties>
</file>

<file path=docProps/core.xml><?xml version="1.0" encoding="utf-8"?>
<cp:coreProperties xmlns:cp="http://schemas.openxmlformats.org/package/2006/metadata/core-properties" xmlns:dc="http://purl.org/dc/elements/1.1/">
  <dc:title>Repository-authored HTML fixture</dc:title>
  <dc:creator>Elftia</dc:creator>
  <dc:subject/>
</cp:coreProperties>
</file>