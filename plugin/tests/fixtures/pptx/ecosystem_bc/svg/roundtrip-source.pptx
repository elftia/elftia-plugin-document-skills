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'1.0' encoding='UTF-8'?>
<rels:Relationships xmlns:rels="http://schemas.openxmlformats.org/package/2006/relationships"><rels:Relationship Id="rId1" Type="http://schemas.openxmlformats.org/officeDocument/2006/relationships/officeDocument" Target="ppt/presentation.xml" /><rels:Relationship Id="rId2" Type="http://schemas.openxmlformats.org/package/2006/relationships/metadata/core-properties" Target="docProps/core.xml" /><rels:Relationship Id="rId3" Type="http://schemas.openxmlformats.org/officeDocument/2006/relationships/extended-properties" Target="docProps/app.xml" /></rels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3648" r:id="rIdMaster"/>
  </p:sldMasterIdLst>
  <p:sldIdLst>
    <p:sldId id="256" r:id="rIdSlide1"/>
  </p:sldIdLst>
  <p:sldSz cx="12192000" cy="6858000" type="screen16x9"/>
  <p:notesSz cx="6858000" cy="9144000"/>
</p:presentation>
</file>

<file path=ppt/_rels/presentation.xml.rels><?xml version='1.0' encoding='UTF-8'?>
<rels:Relationships xmlns:rels="http://schemas.openxmlformats.org/package/2006/relationships"><rels:Relationship Id="rIdMaster" Type="http://schemas.openxmlformats.org/officeDocument/2006/relationships/slideMaster" Target="slideMasters/slideMaster1.xml" /><rels:Relationship Id="rIdSlide1" Type="http://schemas.openxmlformats.org/officeDocument/2006/relationships/slide" Target="slides/slide1.xml" /></rels:Relationships>
</file>

<file path=ppt/charts/chart1.xml><?xml version="1.0" encoding="utf-8"?>
<c:chartSpace xmlns:c="http://schemas.openxmlformats.org/drawingml/2006/chart">
  <c:date1904 val="0"/>
  <c:lang val="en-US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Revenue</c:v>
          </c:tx>
          <c:cat>
            <c:strLit>
              <c:ptCount val="2"/>
              <c:pt idx="0">
                <c:v>Q1</c:v>
              </c:pt>
              <c:pt idx="1">
                <c:v>Q2</c:v>
              </c:pt>
            </c:strLit>
          </c:cat>
          <c:val>
            <c:numLit>
              <c:formatCode>General</c:formatCode>
              <c:ptCount val="2"/>
              <c:pt idx="0">
                <c:v>42</c:v>
              </c:pt>
              <c:pt idx="1">
                <c:v>55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0000011"/>
        <c:axId val="100000012"/>
      </c:barChart>
      <c:catAx>
        <c:axId val="1000000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crossAx val="100000012"/>
        <c:crosses val="autoZero"/>
        <c:auto val="1"/>
        <c:lblAlgn val="ctr"/>
        <c:lblOffset val="100"/>
      </c:catAx>
      <c:valAx>
        <c:axId val="100000012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crossAx val="100000011"/>
        <c:crosses val="autoZero"/>
        <c:crossBetween val="between"/>
      </c:valAx>
    </c:plotArea>
    <c:legend>
      <c:legendPos val="r"/>
      <c:layout/>
      <c:overlay val="0"/>
    </c:legend>
    <c:plotVisOnly val="1"/>
    <c:dispBlanksAs val="gap"/>
    <c:showDLblsOverMax val="0"/>
  </c:chart>
</c:chartSpace>
</file>

<file path=ppt/slideLayouts/_rels/slideLayout1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slideLayout1.xml><?xml version="1.0" encoding="utf-8"?>
<p:sldLayout xmlns:a="http://schemas.openxmlformats.org/drawingml/2006/main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'1.0' encoding='UTF-8'?>
<rels:Relationships xmlns:rels="http://schemas.openxmlformats.org/package/2006/relationships"><rels:Relationship Id="rIdTheme" Type="http://schemas.openxmlformats.org/officeDocument/2006/relationships/theme" Target="../theme/theme1.xml" /><rels:Relationship Id="rIdLayout1" Type="http://schemas.openxmlformats.org/officeDocument/2006/relationships/slideLayout" Target="../slideLayouts/slideLayout1.xml" /></rels: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>
      <a:lvl1pPr>
        <a:defRPr sz="3000" b="1">
          <a:solidFill>
            <a:srgbClr val="000000"/>
          </a:solidFill>
          <a:latin typeface="+mj-lt"/>
        </a:defRPr>
      </a:lvl1pPr>
    </p:titleStyle>
    <p:bodyStyle>
      <a:lvl1pPr>
        <a:defRPr sz="1800">
          <a:solidFill>
            <a:srgbClr val="222222"/>
          </a:solidFill>
          <a:latin typeface="+mn-lt"/>
        </a:defRPr>
      </a:lvl1pPr>
    </p:bodyStyle>
    <p:otherStyle>
      <a:lvl1pPr>
        <a:defRPr sz="1800">
          <a:solidFill>
            <a:srgbClr val="222222"/>
          </a:solidFill>
          <a:latin typeface="+mn-lt"/>
        </a:defRPr>
      </a:lvl1pPr>
    </p:otherStyle>
  </p:txStyles>
</p:sldMaster>
</file>

<file path=ppt/slides/_rels/slide1.xml.rels><?xml version='1.0' encoding='UTF-8'?>
<rels:Relationships xmlns:rels="http://schemas.openxmlformats.org/package/2006/relationships"><rels:Relationship Id="rIdLayout" Type="http://schemas.openxmlformats.org/officeDocument/2006/relationships/slideLayout" Target="../slideLayouts/slideLayout1.xml" /><rels:Relationship Id="rIdChart1" Type="http://schemas.openxmlformats.org/officeDocument/2006/relationships/chart" Target="../charts/chart1.xml" /><rels:Relationship Id="rIdImage1" Type="http://schemas.openxmlformats.org/officeDocument/2006/relationships/image" Target="../media/image1.png" /></rels:Relationships>
</file>

<file path=ppt/slides/slide1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grpSp>
        <p:nvGrpSpPr>
          <p:cNvPr id="2" name="source-group"/>
          <p:cNvGrpSpPr/>
          <p:nvPr/>
        </p:nvGrpSpPr>
        <p:grpSpPr>
          <a:xfrm>
            <a:off x="508000" y="444500"/>
            <a:ext cx="2667000" cy="1397000"/>
            <a:chOff x="508000" y="444500"/>
            <a:chExt cx="2667000" cy="1397000"/>
          </a:xfrm>
        </p:grpSpPr>
        <p:sp>
          <p:nvSpPr>
            <p:cNvPr id="3" name="source-shape"/>
            <p:cNvSpPr/>
            <p:nvPr/>
          </p:nvSpPr>
          <p:spPr>
            <a:xfrm rot="0">
              <a:off x="508000" y="444500"/>
              <a:ext cx="2667000" cy="1397000"/>
            </a:xfrm>
            <a:prstGeom prst="rect">
              <a:avLst/>
            </a:prstGeom>
            <a:solidFill>
              <a:srgbClr val="225588"/>
            </a:solidFill>
            <a:ln w="0">
              <a:noFill/>
            </a:ln>
          </p:spPr>
        </p:sp>
        <p:sp>
          <p:nvSpPr>
            <p:cNvPr id="4" name="source-text"/>
            <p:cNvSpPr/>
            <p:nvPr/>
          </p:nvSpPr>
          <p:spPr>
            <a:xfrm rot="0">
              <a:off x="698500" y="914400"/>
              <a:ext cx="2159000" cy="2857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/>
            <a:lstStyle/>
            <a:p>
              <a:pPr algn="l"/>
              <a:r>
                <a:rPr lang="en-US" sz="1800">
                  <a:solidFill>
                    <a:srgbClr val="FFFFFF"/>
                  </a:solidFill>
                  <a:latin typeface="Arial"/>
                </a:rPr>
                <a:t>Round trip</a:t>
              </a:r>
              <a:endParaRPr lang="en-US"/>
            </a:p>
          </p:txBody>
        </p:sp>
      </p:grpSp>
      <p:graphicFrame>
        <p:nvGraphicFramePr>
          <p:cNvPr id="5" name="source-table"/>
          <p:cNvGraphicFramePr/>
          <p:nvPr/>
        </p:nvGraphicFramePr>
        <p:xfrm>
          <a:off x="508000" y="2286000"/>
          <a:ext cx="4445000" cy="1905000"/>
        </p:xfrm>
        <a:graphic>
          <a:graphicData uri="http://schemas.openxmlformats.org/drawingml/2006/table">
            <a:tbl>
              <a:tblPr firstRow="1" bandRow="1"/>
              <a:tblGrid>
                <a:gridCol w="2222500"/>
                <a:gridCol w="2222500"/>
              </a:tblGrid>
              <a:tr h="952500">
                <a:tc>
                  <a:txBody>
                    <a:bodyPr/>
                    <a:lstStyle/>
                    <a:p>
                      <a:r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</a:tr>
              <a:tr h="952500"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source-chart"/>
          <p:cNvGraphicFramePr/>
          <p:nvPr/>
        </p:nvGraphicFramePr>
        <p:xfrm>
          <a:off x="5461000" y="571500"/>
          <a:ext cx="5588000" cy="3619500"/>
        </p:xfrm>
        <a:graphic>
          <a:graphicData uri="http://schemas.openxmlformats.org/drawingml/2006/chart">
            <c:chart r:id="rIdChart1"/>
          </a:graphicData>
        </a:graphic>
      </p:graphicFrame>
      <p:pic>
        <p:nvPicPr>
          <p:cNvPr id="7" name="source-image"/>
          <p:cNvPicPr/>
          <p:nvPr/>
        </p:nvPicPr>
        <p:blipFill>
          <a:blip r:embed="rIdImage1"/>
          <a:stretch>
            <a:fillRect/>
          </a:stretch>
        </p:blipFill>
        <p:spPr>
          <a:xfrm rot="0">
            <a:off x="508000" y="4699000"/>
            <a:ext cx="1397000" cy="11430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lftia Office">
  <a:themeElements>
    <a:clrScheme name="Elftia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lftia 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0" scaled="0"/>
        </a:gradFill>
      </a:fillStyleLst>
      <a:lnStyleLst>
        <a:ln w="9100" cap="flat" cmpd="sng" algn="ctr">
          <a:solidFill>
            <a:schemeClr val="phClr"/>
          </a:solidFill>
          <a:prstDash val="solid"/>
        </a:ln>
        <a:ln w="9100" cap="flat" cmpd="sng" algn="ctr">
          <a:solidFill>
            <a:schemeClr val="phClr"/>
          </a:solidFill>
          <a:prstDash val="solid"/>
        </a:ln>
        <a:ln w="9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Elftia Document Skills</ns0:Application>
  <ns0:Slides>1</ns0:Slides>
</ns0:Properties>
</file>

<file path=docProps/core.xml><?xml version="1.0" encoding="utf-8"?>
<cp:coreProperties xmlns:cp="http://schemas.openxmlformats.org/package/2006/metadata/core-properties" xmlns:dc="http://purl.org/dc/elements/1.1/">
  <dc:title>B5 Round Trip</dc:title>
  <dc:creator>Elftia</dc:creator>
  <dc:subject>B5</dc:subject>
</cp:coreProperties>
</file>