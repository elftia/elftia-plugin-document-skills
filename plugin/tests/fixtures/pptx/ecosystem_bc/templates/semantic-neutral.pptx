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r:id="rId1" id="2147483648"/>
  </p:sldMasterIdLst>
  <p:notesMasterIdLst>
    <p:notesMasterId r:id="rIdNotes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</p:sldIdLst>
  <p:sldSz cx="9144000" cy="6858000" type="screen4x3"/>
  <p:notesSz cx="6858000" cy="9144000"/>
</p:presentation>
</file>

<file path=ppt/_rels/presentation.xml.rels><?xml version='1.0' encoding='UTF-8'?>
<rels:Relationships xmlns:rels="http://schemas.openxmlformats.org/package/2006/relationships"><rels:Relationship Id="rId1" Type="http://schemas.openxmlformats.org/officeDocument/2006/relationships/slideMaster" Target="slideMasters/slideMaster1.xml" /><rels:Relationship Id="rIdSlide1" Type="http://schemas.openxmlformats.org/officeDocument/2006/relationships/slide" Target="slides/slide1.xml" /><rels:Relationship Id="rIdSlide2" Type="http://schemas.openxmlformats.org/officeDocument/2006/relationships/slide" Target="slides/slide2.xml" /><rels:Relationship Id="rIdSlide3" Type="http://schemas.openxmlformats.org/officeDocument/2006/relationships/slide" Target="slides/slide3.xml" /><rels:Relationship Id="rIdSlide4" Type="http://schemas.openxmlformats.org/officeDocument/2006/relationships/slide" Target="slides/slide4.xml" /><rels:Relationship Id="rIdSlide5" Type="http://schemas.openxmlformats.org/officeDocument/2006/relationships/slide" Target="slides/slide5.xml" /><rels:Relationship Id="rIdSlide6" Type="http://schemas.openxmlformats.org/officeDocument/2006/relationships/slide" Target="slides/slide6.xml" /><rels:Relationship Id="rIdNotes" Type="http://schemas.openxmlformats.org/officeDocument/2006/relationships/notesMaster" Target="notesMasters/notesMaster1.xml" /></rels:Relationships>
</file>

<file path=ppt/charts/chart1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1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11"/>
        <c:axId val="100000012"/>
      </c:barChart>
      <c:catAx>
        <c:axId val="1000000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12"/>
        <c:crosses val="autoZero"/>
        <c:auto val="1"/>
        <c:lblAlgn val="ctr"/>
        <c:lblOffset val="100"/>
      </c:catAx>
      <c:valAx>
        <c:axId val="1000000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11"/>
        <c:crosses val="autoZero"/>
        <c:crossBetween val="between"/>
      </c:valAx>
    </c:plotArea>
    <c:plotVisOnly val="1"/>
    <c:dispBlanksAs val="gap"/>
    <c:showDLblsOverMax val="0"/>
  </c:chart>
</c:chartSpace>
</file>

<file path=ppt/charts/chart2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2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2</c:v>
              </c:pt>
              <c:pt idx="1">
                <c:v>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21"/>
        <c:axId val="100000022"/>
      </c:barChart>
      <c:catAx>
        <c:axId val="10000002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22"/>
        <c:crosses val="autoZero"/>
        <c:auto val="1"/>
        <c:lblAlgn val="ctr"/>
        <c:lblOffset val="100"/>
      </c:catAx>
      <c:valAx>
        <c:axId val="10000002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21"/>
        <c:crosses val="autoZero"/>
        <c:crossBetween val="between"/>
      </c:valAx>
    </c:plotArea>
    <c:plotVisOnly val="1"/>
    <c:dispBlanksAs val="gap"/>
    <c:showDLblsOverMax val="0"/>
  </c:chart>
</c:chartSpace>
</file>

<file path=ppt/charts/chart3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3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31"/>
        <c:axId val="100000032"/>
      </c:barChart>
      <c:catAx>
        <c:axId val="10000003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32"/>
        <c:crosses val="autoZero"/>
        <c:auto val="1"/>
        <c:lblAlgn val="ctr"/>
        <c:lblOffset val="100"/>
      </c:catAx>
      <c:valAx>
        <c:axId val="10000003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31"/>
        <c:crosses val="autoZero"/>
        <c:crossBetween val="between"/>
      </c:valAx>
    </c:plotArea>
    <c:plotVisOnly val="1"/>
    <c:dispBlanksAs val="gap"/>
    <c:showDLblsOverMax val="0"/>
  </c:chart>
</c:chartSpace>
</file>

<file path=ppt/charts/chart4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4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4</c:v>
              </c:pt>
              <c:pt idx="1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41"/>
        <c:axId val="100000042"/>
      </c:barChart>
      <c:catAx>
        <c:axId val="10000004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42"/>
        <c:crosses val="autoZero"/>
        <c:auto val="1"/>
        <c:lblAlgn val="ctr"/>
        <c:lblOffset val="100"/>
      </c:catAx>
      <c:valAx>
        <c:axId val="10000004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41"/>
        <c:crosses val="autoZero"/>
        <c:crossBetween val="between"/>
      </c:valAx>
    </c:plotArea>
    <c:plotVisOnly val="1"/>
    <c:dispBlanksAs val="gap"/>
    <c:showDLblsOverMax val="0"/>
  </c:chart>
</c:chartSpace>
</file>

<file path=ppt/charts/chart5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5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51"/>
        <c:axId val="100000052"/>
      </c:barChart>
      <c:catAx>
        <c:axId val="10000005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52"/>
        <c:crosses val="autoZero"/>
        <c:auto val="1"/>
        <c:lblAlgn val="ctr"/>
        <c:lblOffset val="100"/>
      </c:catAx>
      <c:valAx>
        <c:axId val="1000000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51"/>
        <c:crosses val="autoZero"/>
        <c:crossBetween val="between"/>
      </c:valAx>
    </c:plotArea>
    <c:plotVisOnly val="1"/>
    <c:dispBlanksAs val="gap"/>
    <c:showDLblsOverMax val="0"/>
  </c:chart>
</c:chartSpace>
</file>

<file path=ppt/charts/chart6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6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6</c:v>
              </c:pt>
              <c:pt idx="1">
                <c:v>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61"/>
        <c:axId val="100000062"/>
      </c:barChart>
      <c:catAx>
        <c:axId val="10000006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62"/>
        <c:crosses val="autoZero"/>
        <c:auto val="1"/>
        <c:lblAlgn val="ctr"/>
        <c:lblOffset val="100"/>
      </c:catAx>
      <c:valAx>
        <c:axId val="10000006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61"/>
        <c:crosses val="autoZero"/>
        <c:crossBetween val="between"/>
      </c:valAx>
    </c:plotArea>
    <c:plotVisOnly val="1"/>
    <c:dispBlanksAs val="gap"/>
    <c:showDLblsOverMax val="0"/>
  </c:chart>
</c:chartSpace>
</file>

<file path=ppt/notesMasters/_rels/notesMaster1.xml.rels><?xml version='1.0' encoding='UTF-8'?>
<rels:Relationships xmlns:rels="http://schemas.openxmlformats.org/package/2006/relationships"><rels:Relationship Id="rIdNotes" Type="http://schemas.openxmlformats.org/officeDocument/2006/relationships/theme" Target="../theme/theme1.xml" /></rels: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1.xml" /><rels:Relationship Id="rIdNotesMaster" Type="http://schemas.openxmlformats.org/officeDocument/2006/relationships/notesMaster" Target="../notesMasters/notesMaster1.xml" /></rels:Relationships>
</file>

<file path=ppt/notesSlides/_rels/notesSlide2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2.xml" /><rels:Relationship Id="rIdNotesMaster" Type="http://schemas.openxmlformats.org/officeDocument/2006/relationships/notesMaster" Target="../notesMasters/notesMaster1.xml" /></rels:Relationships>
</file>

<file path=ppt/notesSlides/_rels/notesSlide3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3.xml" /><rels:Relationship Id="rIdNotesMaster" Type="http://schemas.openxmlformats.org/officeDocument/2006/relationships/notesMaster" Target="../notesMasters/notesMaster1.xml" /></rels:Relationships>
</file>

<file path=ppt/notesSlides/_rels/notesSlide4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4.xml" /><rels:Relationship Id="rIdNotesMaster" Type="http://schemas.openxmlformats.org/officeDocument/2006/relationships/notesMaster" Target="../notesMasters/notesMaster1.xml" /></rels:Relationships>
</file>

<file path=ppt/notesSlides/_rels/notesSlide5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5.xml" /><rels:Relationship Id="rIdNotesMaster" Type="http://schemas.openxmlformats.org/officeDocument/2006/relationships/notesMaster" Target="../notesMasters/notesMaster1.xml" /></rels:Relationships>
</file>

<file path=ppt/notesSlides/_rels/notesSlide6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6.xml" /><rels:Relationship Id="rIdNotesMaster" Type="http://schemas.openxmlformats.org/officeDocument/2006/relationships/notesMaster" Target="../notesMasters/notesMaster1.xml" /></rels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1"/>
          <p:cNvSpPr/>
          <p:nvPr/>
        </p:nvSpPr>
        <p:spPr/>
        <p:txBody>
          <a:bodyPr/>
          <a:lstStyle/>
          <a:p>
            <a:r>
              <a:t>Approved notes 1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2"/>
          <p:cNvSpPr/>
          <p:nvPr/>
        </p:nvSpPr>
        <p:spPr/>
        <p:txBody>
          <a:bodyPr/>
          <a:lstStyle/>
          <a:p>
            <a:r>
              <a:t>Approved notes 2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3"/>
          <p:cNvSpPr/>
          <p:nvPr/>
        </p:nvSpPr>
        <p:spPr/>
        <p:txBody>
          <a:bodyPr/>
          <a:lstStyle/>
          <a:p>
            <a:r>
              <a:t>Approved notes 3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4"/>
          <p:cNvSpPr/>
          <p:nvPr/>
        </p:nvSpPr>
        <p:spPr/>
        <p:txBody>
          <a:bodyPr/>
          <a:lstStyle/>
          <a:p>
            <a:r>
              <a:t>Approved notes 4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5"/>
          <p:cNvSpPr/>
          <p:nvPr/>
        </p:nvSpPr>
        <p:spPr/>
        <p:txBody>
          <a:bodyPr/>
          <a:lstStyle/>
          <a:p>
            <a:r>
              <a:t>Approved notes 5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6"/>
          <p:cNvSpPr/>
          <p:nvPr/>
        </p:nvSpPr>
        <p:spPr/>
        <p:txBody>
          <a:bodyPr/>
          <a:lstStyle/>
          <a:p>
            <a:r>
              <a:t>Approved notes 6</a:t>
            </a:r>
          </a:p>
        </p:txBody>
      </p:sp>
    </p:spTree>
  </p:cSld>
</p:notes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2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3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4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5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6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7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Two Colum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Image Focus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rels:Relationship Id="rIdLayout2" Type="http://schemas.openxmlformats.org/officeDocument/2006/relationships/slideLayout" Target="../slideLayouts/slideLayout2.xml" /><rels:Relationship Id="rIdLayout3" Type="http://schemas.openxmlformats.org/officeDocument/2006/relationships/slideLayout" Target="../slideLayouts/slideLayout3.xml" /><rels:Relationship Id="rIdLayout4" Type="http://schemas.openxmlformats.org/officeDocument/2006/relationships/slideLayout" Target="../slideLayouts/slideLayout4.xml" /><rels:Relationship Id="rIdLayout5" Type="http://schemas.openxmlformats.org/officeDocument/2006/relationships/slideLayout" Target="../slideLayouts/slideLayout5.xml" /><rels:Relationship Id="rIdLayout6" Type="http://schemas.openxmlformats.org/officeDocument/2006/relationships/slideLayout" Target="../slideLayouts/slideLayout6.xml" /><rels:Relationship Id="rIdLayout7" Type="http://schemas.openxmlformats.org/officeDocument/2006/relationships/slideLayout" Target="../slideLayouts/slideLayout7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1.xml" /><rels:Relationship Id="rIdImage" Type="http://schemas.openxmlformats.org/officeDocument/2006/relationships/image" Target="../media/image1.png" /><rels:Relationship Id="rIdNotes" Type="http://schemas.openxmlformats.org/officeDocument/2006/relationships/notesSlide" Target="../notesSlides/notesSlide1.xml" /></rels:Relationships>
</file>

<file path=ppt/slides/_rels/slide2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2.xml" /><rels:Relationship Id="rIdImage" Type="http://schemas.openxmlformats.org/officeDocument/2006/relationships/image" Target="../media/image2.png" /><rels:Relationship Id="rIdNotes" Type="http://schemas.openxmlformats.org/officeDocument/2006/relationships/notesSlide" Target="../notesSlides/notesSlide2.xml" /></rels:Relationships>
</file>

<file path=ppt/slides/_rels/slide3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3.xml" /><rels:Relationship Id="rIdImage" Type="http://schemas.openxmlformats.org/officeDocument/2006/relationships/image" Target="../media/image3.png" /><rels:Relationship Id="rIdNotes" Type="http://schemas.openxmlformats.org/officeDocument/2006/relationships/notesSlide" Target="../notesSlides/notesSlide3.xml" /></rels:Relationships>
</file>

<file path=ppt/slides/_rels/slide4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4.xml" /><rels:Relationship Id="rIdImage" Type="http://schemas.openxmlformats.org/officeDocument/2006/relationships/image" Target="../media/image4.png" /><rels:Relationship Id="rIdNotes" Type="http://schemas.openxmlformats.org/officeDocument/2006/relationships/notesSlide" Target="../notesSlides/notesSlide4.xml" /></rels:Relationships>
</file>

<file path=ppt/slides/_rels/slide5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5.xml" /><rels:Relationship Id="rIdImage" Type="http://schemas.openxmlformats.org/officeDocument/2006/relationships/image" Target="../media/image5.png" /><rels:Relationship Id="rIdNotes" Type="http://schemas.openxmlformats.org/officeDocument/2006/relationships/notesSlide" Target="../notesSlides/notesSlide5.xml" /></rels:Relationships>
</file>

<file path=ppt/slides/_rels/slide6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6.xml" /><rels:Relationship Id="rIdImage" Type="http://schemas.openxmlformats.org/officeDocument/2006/relationships/image" Target="../media/image6.png" /><rels:Relationship Id="rIdNotes" Type="http://schemas.openxmlformats.org/officeDocument/2006/relationships/notesSlide" Target="../notesSlides/notesSlide6.xml" /></rels: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6b0be9cb00e155368096f1b8ee94363b">
    <p:spTree>
      <p:nvGrpSpPr>
        <p:cNvPr id="1" name=""/>
        <p:cNvGrpSpPr/>
        <p:nvPr/>
      </p:nvGrpSpPr>
      <p:grpSpPr>
        <a:xfrm/>
      </p:grpSpPr>
      <p:pic>
        <p:nvPicPr>
          <p:cNvPr id="5" name="object_8c120a29789db7cd2b61bea0515bc478" descr="Synthetic image 1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1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de57799d5b368ad08745176e3ebee0f6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1633c4546c10d7db8be6e17f6adc9b38">
    <p:spTree>
      <p:nvGrpSpPr>
        <p:cNvPr id="1" name=""/>
        <p:cNvGrpSpPr/>
        <p:nvPr/>
      </p:nvGrpSpPr>
      <p:grpSpPr>
        <a:xfrm/>
      </p:grpSpPr>
      <p:pic>
        <p:nvPicPr>
          <p:cNvPr id="6" name="Picture6" descr="Synthetic image 2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2</a:t>
            </a:r>
          </a:p>
        </p:txBody>
      </p:sp>
      <p:graphicFrame>
        <p:nvGraphicFramePr>
          <p:cNvPr id="4" name="object_0a06e4cdfa3f9d4e2579b8eeb0185bdd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5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872b8c58de573a448b9a8877cf8da8e0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4b6752180be4d4cda537a18db291853a"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image 3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3</a:t>
            </a:r>
          </a:p>
        </p:txBody>
      </p:sp>
      <p:graphicFrame>
        <p:nvGraphicFramePr>
          <p:cNvPr id="4" name="object_908adc8f24415f6344a07af77fea8c17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2471753f1beed9c2536ec9da35f3904c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91803cc4685fd4507fb5135d533f3512"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image 4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4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758b4d2c64208e622a16afe95b836be2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f32cfb6b4b4ac9a36dc4556cef5ee260"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image 5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5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b1312124a933932fd829b70a2296ca56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713aeead2e7e80c31d958fd46ae8851f"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image 6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6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95b06765945b1ed601d28c865f1ba6c7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Elftia Document Skills</ns0:Application>
  <ns0:Slides>6</ns0:Slides>
</ns0:Properties>
</file>

<file path=docProps/core.xml><?xml version="1.0" encoding="utf-8"?>
<cp:coreProperties xmlns:cp="http://schemas.openxmlformats.org/package/2006/metadata/core-properties" xmlns:dc="http://purl.org/dc/elements/1.1/">
  <dc:title>Semantic fixture</dc:title>
  <dc:creator>Elftia</dc:creator>
  <dc:subject>B2</dc:subject>
</cp:coreProperties>
</file>