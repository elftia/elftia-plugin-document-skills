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heme/theme1.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rels:Relationships xmlns:rels="http://schemas.openxmlformats.org/package/2006/relationships"><rels:Relationship Id="rId1" Type="http://schemas.openxmlformats.org/officeDocument/2006/relationships/officeDocument" Target="ppt/presentation.xml" /><rels:Relationship Id="rId2" Type="http://schemas.openxmlformats.org/package/2006/relationships/metadata/core-properties" Target="docProps/core.xml" /><rels:Relationship Id="rId3" Type="http://schemas.openxmlformats.org/officeDocument/2006/relationships/extended-properties" Target="docProps/app.xml" /></rels:Relationships>
</file>

<file path=ppt/presentation.xml><?xml version="1.0" encoding="utf-8"?>
<p:presentation xmlns:p="http://schemas.openxmlformats.org/presentationml/2006/main" xmlns:r="http://schemas.openxmlformats.org/officeDocument/2006/relationships" saveSubsetFonts="1">
  <p:sldMasterIdLst>
    <p:sldMasterId r:id="rId1" id="2147483648"/>
  </p:sldMasterIdLst>
  <p:notesMasterIdLst>
    <p:notesMasterId r:id="rIdNotes"/>
  </p:notesMasterIdLst>
  <p:sldIdLst>
    <p:sldId id="256" r:id="rIdSlide1"/>
    <p:sldId id="257" r:id="rIdSlide2"/>
    <p:sldId id="258" r:id="rIdSlide3"/>
  </p:sldIdLst>
  <p:sldSz cx="9144000" cy="6858000" type="screen4x3"/>
  <p:notesSz cx="6858000" cy="9144000"/>
</p:presentation>
</file>

<file path=ppt/_rels/presentation.xml.rels><?xml version='1.0' encoding='UTF-8'?>
<rels:Relationships xmlns:rels="http://schemas.openxmlformats.org/package/2006/relationships"><rels:Relationship Id="rId1" Type="http://schemas.openxmlformats.org/officeDocument/2006/relationships/slideMaster" Target="slideMasters/slideMaster1.xml" /><rels:Relationship Id="rIdSlide1" Type="http://schemas.openxmlformats.org/officeDocument/2006/relationships/slide" Target="slides/slide1.xml" /><rels:Relationship Id="rIdSlide2" Type="http://schemas.openxmlformats.org/officeDocument/2006/relationships/slide" Target="slides/slide2.xml" /><rels:Relationship Id="rIdSlide3" Type="http://schemas.openxmlformats.org/officeDocument/2006/relationships/slide" Target="slides/slide3.xml" /><rels:Relationship Id="rIdNotes" Type="http://schemas.openxmlformats.org/officeDocument/2006/relationships/notesMaster" Target="notesMasters/notesMaster1.xml" /></rels:Relationships>
</file>

<file path=ppt/charts/chart1.xml><?xml version="1.0" encoding="utf-8"?>
<c:chartSpace xmlns:a="http://schemas.openxmlformats.org/drawingml/2006/main" xmlns:c="http://schemas.openxmlformats.org/drawingml/2006/chart">
  <c:date1904 val="0"/>
  <c:lang val="en-US"/>
  <c:roundedCorners val="0"/>
  <c:chart>
    <c:title>
      <c:tx>
        <c:rich>
          <a:bodyPr/>
          <a:lstStyle/>
          <a:p>
            <a:r>
              <a:rPr lang="en-US"/>
              <a:t>Chart 1</a:t>
            </a:r>
            <a:endParaRPr lang="en-US"/>
          </a:p>
        </c:rich>
      </c:tx>
      <c:layout/>
      <c:overlay val="0"/>
    </c:title>
    <c:autoTitleDeleted val="0"/>
    <c:plotArea>
      <c:layout/>
      <c:barChart>
        <c:barDir val="col"/>
        <c:grouping val="clustered"/>
        <c:varyColors val="0"/>
        <c:ser>
          <c:idx val="0"/>
          <c:order val="0"/>
          <c:tx>
            <c:v>Value</c:v>
          </c:tx>
          <c:spPr>
            <a:solidFill>
              <a:srgbClr val="3366CC"/>
            </a:solidFill>
          </c:spPr>
          <c:cat>
            <c:strLit>
              <c:ptCount val="2"/>
              <c:pt idx="0">
                <c:v>A</c:v>
              </c:pt>
              <c:pt idx="1">
                <c:v>B</c:v>
              </c:pt>
            </c:strLit>
          </c:cat>
          <c:val>
            <c:numLit>
              <c:formatCode>General</c:formatCode>
              <c:ptCount val="2"/>
              <c:pt idx="0">
                <c:v>1</c:v>
              </c:pt>
              <c:pt idx="1">
                <c:v>2</c:v>
              </c:pt>
            </c:numLit>
          </c:val>
        </c:ser>
        <c:dLbls>
          <c:showLegendKey val="0"/>
          <c:showVal val="1"/>
          <c:showCatName val="0"/>
          <c:showSerName val="0"/>
          <c:showPercent val="0"/>
          <c:showBubbleSize val="0"/>
        </c:dLbls>
        <c:gapWidth val="150"/>
        <c:axId val="100000011"/>
        <c:axId val="100000012"/>
      </c:barChart>
      <c:catAx>
        <c:axId val="100000011"/>
        <c:scaling>
          <c:orientation val="minMax"/>
        </c:scaling>
        <c:delete val="0"/>
        <c:axPos val="b"/>
        <c:title>
          <c:tx>
            <c:rich>
              <a:bodyPr/>
              <a:lstStyle/>
              <a:p>
                <a:r>
                  <a:rPr lang="en-US"/>
                  <a:t>Category</a:t>
                </a:r>
                <a:endParaRPr lang="en-US"/>
              </a:p>
            </c:rich>
          </c:tx>
          <c:layout/>
          <c:overlay val="0"/>
        </c:title>
        <c:numFmt formatCode="General" sourceLinked="0"/>
        <c:majorTickMark val="none"/>
        <c:minorTickMark val="none"/>
        <c:tickLblPos val="nextTo"/>
        <c:crossAx val="100000012"/>
        <c:crosses val="autoZero"/>
        <c:auto val="1"/>
        <c:lblAlgn val="ctr"/>
        <c:lblOffset val="100"/>
      </c:catAx>
      <c:valAx>
        <c:axId val="100000012"/>
        <c:scaling>
          <c:orientation val="minMax"/>
        </c:scaling>
        <c:delete val="0"/>
        <c:axPos val="l"/>
        <c:title>
          <c:tx>
            <c:rich>
              <a:bodyPr/>
              <a:lstStyle/>
              <a:p>
                <a:r>
                  <a:rPr lang="en-US"/>
                  <a:t>Value</a:t>
                </a:r>
                <a:endParaRPr lang="en-US"/>
              </a:p>
            </c:rich>
          </c:tx>
          <c:layout/>
          <c:overlay val="0"/>
        </c:title>
        <c:numFmt formatCode="0" sourceLinked="0"/>
        <c:majorTickMark val="none"/>
        <c:minorTickMark val="none"/>
        <c:tickLblPos val="nextTo"/>
        <c:crossAx val="100000011"/>
        <c:crosses val="autoZero"/>
        <c:crossBetween val="between"/>
      </c:valAx>
    </c:plotArea>
    <c:plotVisOnly val="1"/>
    <c:dispBlanksAs val="gap"/>
    <c:showDLblsOverMax val="0"/>
  </c:chart>
</c:chartSpace>
</file>

<file path=ppt/charts/chart2.xml><?xml version="1.0" encoding="utf-8"?>
<c:chartSpace xmlns:a="http://schemas.openxmlformats.org/drawingml/2006/main" xmlns:c="http://schemas.openxmlformats.org/drawingml/2006/chart">
  <c:date1904 val="0"/>
  <c:lang val="en-US"/>
  <c:roundedCorners val="0"/>
  <c:chart>
    <c:title>
      <c:tx>
        <c:rich>
          <a:bodyPr/>
          <a:lstStyle/>
          <a:p>
            <a:r>
              <a:rPr lang="en-US"/>
              <a:t>Chart 2</a:t>
            </a:r>
            <a:endParaRPr lang="en-US"/>
          </a:p>
        </c:rich>
      </c:tx>
      <c:layout/>
      <c:overlay val="0"/>
    </c:title>
    <c:autoTitleDeleted val="0"/>
    <c:plotArea>
      <c:layout/>
      <c:barChart>
        <c:barDir val="col"/>
        <c:grouping val="clustered"/>
        <c:varyColors val="0"/>
        <c:ser>
          <c:idx val="0"/>
          <c:order val="0"/>
          <c:tx>
            <c:v>Value</c:v>
          </c:tx>
          <c:spPr>
            <a:solidFill>
              <a:srgbClr val="3366CC"/>
            </a:solidFill>
          </c:spPr>
          <c:cat>
            <c:strLit>
              <c:ptCount val="2"/>
              <c:pt idx="0">
                <c:v>A</c:v>
              </c:pt>
              <c:pt idx="1">
                <c:v>B</c:v>
              </c:pt>
            </c:strLit>
          </c:cat>
          <c:val>
            <c:numLit>
              <c:formatCode>General</c:formatCode>
              <c:ptCount val="2"/>
              <c:pt idx="0">
                <c:v>2</c:v>
              </c:pt>
              <c:pt idx="1">
                <c:v>3</c:v>
              </c:pt>
            </c:numLit>
          </c:val>
        </c:ser>
        <c:dLbls>
          <c:showLegendKey val="0"/>
          <c:showVal val="1"/>
          <c:showCatName val="0"/>
          <c:showSerName val="0"/>
          <c:showPercent val="0"/>
          <c:showBubbleSize val="0"/>
        </c:dLbls>
        <c:gapWidth val="150"/>
        <c:axId val="100000021"/>
        <c:axId val="100000022"/>
      </c:barChart>
      <c:catAx>
        <c:axId val="100000021"/>
        <c:scaling>
          <c:orientation val="minMax"/>
        </c:scaling>
        <c:delete val="0"/>
        <c:axPos val="b"/>
        <c:title>
          <c:tx>
            <c:rich>
              <a:bodyPr/>
              <a:lstStyle/>
              <a:p>
                <a:r>
                  <a:rPr lang="en-US"/>
                  <a:t>Category</a:t>
                </a:r>
                <a:endParaRPr lang="en-US"/>
              </a:p>
            </c:rich>
          </c:tx>
          <c:layout/>
          <c:overlay val="0"/>
        </c:title>
        <c:numFmt formatCode="General" sourceLinked="0"/>
        <c:majorTickMark val="none"/>
        <c:minorTickMark val="none"/>
        <c:tickLblPos val="nextTo"/>
        <c:crossAx val="100000022"/>
        <c:crosses val="autoZero"/>
        <c:auto val="1"/>
        <c:lblAlgn val="ctr"/>
        <c:lblOffset val="100"/>
      </c:catAx>
      <c:valAx>
        <c:axId val="100000022"/>
        <c:scaling>
          <c:orientation val="minMax"/>
        </c:scaling>
        <c:delete val="0"/>
        <c:axPos val="l"/>
        <c:title>
          <c:tx>
            <c:rich>
              <a:bodyPr/>
              <a:lstStyle/>
              <a:p>
                <a:r>
                  <a:rPr lang="en-US"/>
                  <a:t>Value</a:t>
                </a:r>
                <a:endParaRPr lang="en-US"/>
              </a:p>
            </c:rich>
          </c:tx>
          <c:layout/>
          <c:overlay val="0"/>
        </c:title>
        <c:numFmt formatCode="0" sourceLinked="0"/>
        <c:majorTickMark val="none"/>
        <c:minorTickMark val="none"/>
        <c:tickLblPos val="nextTo"/>
        <c:crossAx val="100000021"/>
        <c:crosses val="autoZero"/>
        <c:crossBetween val="between"/>
      </c:valAx>
    </c:plotArea>
    <c:plotVisOnly val="1"/>
    <c:dispBlanksAs val="gap"/>
    <c:showDLblsOverMax val="0"/>
  </c:chart>
</c:chartSpace>
</file>

<file path=ppt/charts/chart3.xml><?xml version="1.0" encoding="utf-8"?>
<c:chartSpace xmlns:a="http://schemas.openxmlformats.org/drawingml/2006/main" xmlns:c="http://schemas.openxmlformats.org/drawingml/2006/chart">
  <c:date1904 val="0"/>
  <c:lang val="en-US"/>
  <c:roundedCorners val="0"/>
  <c:chart>
    <c:title>
      <c:tx>
        <c:rich>
          <a:bodyPr/>
          <a:lstStyle/>
          <a:p>
            <a:r>
              <a:rPr lang="en-US"/>
              <a:t>Chart 3</a:t>
            </a:r>
            <a:endParaRPr lang="en-US"/>
          </a:p>
        </c:rich>
      </c:tx>
      <c:layout/>
      <c:overlay val="0"/>
    </c:title>
    <c:autoTitleDeleted val="0"/>
    <c:plotArea>
      <c:layout/>
      <c:barChart>
        <c:barDir val="col"/>
        <c:grouping val="clustered"/>
        <c:varyColors val="0"/>
        <c:ser>
          <c:idx val="0"/>
          <c:order val="0"/>
          <c:tx>
            <c:v>Value</c:v>
          </c:tx>
          <c:spPr>
            <a:solidFill>
              <a:srgbClr val="3366CC"/>
            </a:solidFill>
          </c:spPr>
          <c:cat>
            <c:strLit>
              <c:ptCount val="2"/>
              <c:pt idx="0">
                <c:v>A</c:v>
              </c:pt>
              <c:pt idx="1">
                <c:v>B</c:v>
              </c:pt>
            </c:strLit>
          </c:cat>
          <c:val>
            <c:numLit>
              <c:formatCode>General</c:formatCode>
              <c:ptCount val="2"/>
              <c:pt idx="0">
                <c:v>3</c:v>
              </c:pt>
              <c:pt idx="1">
                <c:v>4</c:v>
              </c:pt>
            </c:numLit>
          </c:val>
        </c:ser>
        <c:dLbls>
          <c:showLegendKey val="0"/>
          <c:showVal val="1"/>
          <c:showCatName val="0"/>
          <c:showSerName val="0"/>
          <c:showPercent val="0"/>
          <c:showBubbleSize val="0"/>
        </c:dLbls>
        <c:gapWidth val="150"/>
        <c:axId val="100000031"/>
        <c:axId val="100000032"/>
      </c:barChart>
      <c:catAx>
        <c:axId val="100000031"/>
        <c:scaling>
          <c:orientation val="minMax"/>
        </c:scaling>
        <c:delete val="0"/>
        <c:axPos val="b"/>
        <c:title>
          <c:tx>
            <c:rich>
              <a:bodyPr/>
              <a:lstStyle/>
              <a:p>
                <a:r>
                  <a:rPr lang="en-US"/>
                  <a:t>Category</a:t>
                </a:r>
                <a:endParaRPr lang="en-US"/>
              </a:p>
            </c:rich>
          </c:tx>
          <c:layout/>
          <c:overlay val="0"/>
        </c:title>
        <c:numFmt formatCode="General" sourceLinked="0"/>
        <c:majorTickMark val="none"/>
        <c:minorTickMark val="none"/>
        <c:tickLblPos val="nextTo"/>
        <c:crossAx val="100000032"/>
        <c:crosses val="autoZero"/>
        <c:auto val="1"/>
        <c:lblAlgn val="ctr"/>
        <c:lblOffset val="100"/>
      </c:catAx>
      <c:valAx>
        <c:axId val="100000032"/>
        <c:scaling>
          <c:orientation val="minMax"/>
        </c:scaling>
        <c:delete val="0"/>
        <c:axPos val="l"/>
        <c:title>
          <c:tx>
            <c:rich>
              <a:bodyPr/>
              <a:lstStyle/>
              <a:p>
                <a:r>
                  <a:rPr lang="en-US"/>
                  <a:t>Value</a:t>
                </a:r>
                <a:endParaRPr lang="en-US"/>
              </a:p>
            </c:rich>
          </c:tx>
          <c:layout/>
          <c:overlay val="0"/>
        </c:title>
        <c:numFmt formatCode="0" sourceLinked="0"/>
        <c:majorTickMark val="none"/>
        <c:minorTickMark val="none"/>
        <c:tickLblPos val="nextTo"/>
        <c:crossAx val="100000031"/>
        <c:crosses val="autoZero"/>
        <c:crossBetween val="between"/>
      </c:valAx>
    </c:plotArea>
    <c:plotVisOnly val="1"/>
    <c:dispBlanksAs val="gap"/>
    <c:showDLblsOverMax val="0"/>
  </c:chart>
</c:chartSpace>
</file>

<file path=ppt/notesMasters/_rels/notesMaster1.xml.rels><?xml version='1.0' encoding='UTF-8'?>
<rels:Relationships xmlns:rels="http://schemas.openxmlformats.org/package/2006/relationships"><rels:Relationship Id="rIdNotes" Type="http://schemas.openxmlformats.org/officeDocument/2006/relationships/theme" Target="../theme/theme1.xml" /></rels:Relationships>
</file>

<file path=ppt/notesMasters/notesMaster1.xml><?xml version="1.0" encoding="utf-8"?>
<p:notesMaster xmlns:a="http://schemas.openxmlformats.org/drawingml/2006/main" xmlns:p="http://schemas.openxmlformats.org/presentationml/2006/main">
  <p:cSld>
    <p:spTree>
      <p:nvGrpSpPr>
        <p:cNvPr id="1" name=""/>
        <p:cNvGrpSpPr/>
        <p:nvPr/>
      </p:nvGrpSpPr>
      <p:grpSpPr>
        <a:xfrm/>
      </p:grpSpPr>
    </p:spTree>
  </p:cSld>
  <p:clrMap bg1="lt1" tx1="dk1" bg2="lt2" tx2="dk2" accent1="accent1" accent2="accent2" accent3="accent3" accent4="accent4" accent5="accent5" accent6="accent6" hlink="hlink" folHlink="folHlink"/>
</p:notesMaster>
</file>

<file path=ppt/notesSlides/_rels/notesSlide1.xml.rels><?xml version='1.0' encoding='UTF-8'?>
<rels:Relationships xmlns:rels="http://schemas.openxmlformats.org/package/2006/relationships"><rels:Relationship Id="rIdSlide" Type="http://schemas.openxmlformats.org/officeDocument/2006/relationships/slide" Target="../slides/slide1.xml" /><rels:Relationship Id="rIdNotesMaster" Type="http://schemas.openxmlformats.org/officeDocument/2006/relationships/notesMaster" Target="../notesMasters/notesMaster1.xml" /></rels:Relationships>
</file>

<file path=ppt/notesSlides/_rels/notesSlide2.xml.rels><?xml version='1.0' encoding='UTF-8'?>
<rels:Relationships xmlns:rels="http://schemas.openxmlformats.org/package/2006/relationships"><rels:Relationship Id="rIdSlide" Type="http://schemas.openxmlformats.org/officeDocument/2006/relationships/slide" Target="../slides/slide2.xml" /><rels:Relationship Id="rIdNotesMaster" Type="http://schemas.openxmlformats.org/officeDocument/2006/relationships/notesMaster" Target="../notesMasters/notesMaster1.xml" /></rels:Relationships>
</file>

<file path=ppt/notesSlides/_rels/notesSlide3.xml.rels><?xml version='1.0' encoding='UTF-8'?>
<rels:Relationships xmlns:rels="http://schemas.openxmlformats.org/package/2006/relationships"><rels:Relationship Id="rIdSlide" Type="http://schemas.openxmlformats.org/officeDocument/2006/relationships/slide" Target="../slides/slide3.xml" /><rels:Relationship Id="rIdNotesMaster" Type="http://schemas.openxmlformats.org/officeDocument/2006/relationships/notesMaster" Target="../notesMasters/notesMaster1.xml" /></rels: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3" name="NotesPlaceholder1"/>
          <p:cNvSpPr/>
          <p:nvPr/>
        </p:nvSpPr>
        <p:spPr/>
        <p:txBody>
          <a:bodyPr/>
          <a:lstStyle/>
          <a:p>
            <a:r>
              <a:t>DO NOT SHARE — speaker only</a:t>
            </a:r>
          </a:p>
        </p:txBody>
      </p:sp>
    </p:spTree>
  </p:cSld>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3" name="NotesPlaceholder2"/>
          <p:cNvSpPr/>
          <p:nvPr/>
        </p:nvSpPr>
        <p:spPr/>
        <p:txBody>
          <a:bodyPr/>
          <a:lstStyle/>
          <a:p>
            <a:r>
              <a:t>Approved notes 2</a:t>
            </a:r>
          </a:p>
        </p:txBody>
      </p:sp>
    </p:spTree>
  </p:cSld>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3" name="NotesPlaceholder3"/>
          <p:cNvSpPr/>
          <p:nvPr/>
        </p:nvSpPr>
        <p:spPr/>
        <p:txBody>
          <a:bodyPr/>
          <a:lstStyle/>
          <a:p>
            <a:r>
              <a:t>Approved notes 3</a:t>
            </a:r>
          </a:p>
        </p:txBody>
      </p:sp>
    </p:spTree>
  </p:cSld>
</p:notes>
</file>

<file path=ppt/slideLayouts/_rels/slideLayout1.xml.rels><?xml version='1.0' encoding='UTF-8'?>
<rels:Relationships xmlns:rels="http://schemas.openxmlformats.org/package/2006/relationships"><rels:Relationship Id="rIdMaster" Type="http://schemas.openxmlformats.org/officeDocument/2006/relationships/slideMaster" Target="../slideMasters/slideMaster1.xml" /></rels:Relationships>
</file>

<file path=ppt/slideLayouts/_rels/slideLayout2.xml.rels><?xml version='1.0' encoding='UTF-8'?>
<rels:Relationships xmlns:rels="http://schemas.openxmlformats.org/package/2006/relationships"><rels:Relationship Id="rIdMaster" Type="http://schemas.openxmlformats.org/officeDocument/2006/relationships/slideMaster" Target="../slideMasters/slideMaster1.xml" /></rels:Relationships>
</file>

<file path=ppt/slideLayouts/_rels/slideLayout3.xml.rels><?xml version='1.0' encoding='UTF-8'?>
<rels:Relationships xmlns:rels="http://schemas.openxmlformats.org/package/2006/relationships"><rels:Relationship Id="rIdMaster" Type="http://schemas.openxmlformats.org/officeDocument/2006/relationships/slideMaster" Target="../slideMasters/slideMaster1.xml" /></rels:Relationships>
</file>

<file path=ppt/slideLayouts/_rels/slideLayout4.xml.rels><?xml version='1.0' encoding='UTF-8'?>
<rels:Relationships xmlns:rels="http://schemas.openxmlformats.org/package/2006/relationships"><rels:Relationship Id="rIdMaster" Type="http://schemas.openxmlformats.org/officeDocument/2006/relationships/slideMaster" Target="../slideMasters/slideMaster1.xml" /></rels:Relationships>
</file>

<file path=ppt/slideLayouts/_rels/slideLayout5.xml.rels><?xml version='1.0' encoding='UTF-8'?>
<rels:Relationships xmlns:rels="http://schemas.openxmlformats.org/package/2006/relationships"><rels:Relationship Id="rIdMaster" Type="http://schemas.openxmlformats.org/officeDocument/2006/relationships/slideMaster" Target="../slideMasters/slideMaster1.xml" /></rels:Relationships>
</file>

<file path=ppt/slideLayouts/_rels/slideLayout6.xml.rels><?xml version='1.0' encoding='UTF-8'?>
<rels:Relationships xmlns:rels="http://schemas.openxmlformats.org/package/2006/relationships"><rels:Relationship Id="rIdMaster" Type="http://schemas.openxmlformats.org/officeDocument/2006/relationships/slideMaster" Target="../slideMasters/slideMaster1.xml" /></rels:Relationships>
</file>

<file path=ppt/slideLayouts/_rels/slideLayout7.xml.rels><?xml version='1.0' encoding='UTF-8'?>
<rels:Relationships xmlns:rels="http://schemas.openxmlformats.org/package/2006/relationships"><rels:Relationship Id="rIdMaster" Type="http://schemas.openxmlformats.org/officeDocument/2006/relationships/slideMaster" Target="../slideMasters/slideMaster1.xml" /></rels:Relationships>
</file>

<file path=ppt/slideLayouts/slideLayout1.xml><?xml version="1.0" encoding="utf-8"?>
<p:sldLayout xmlns:a="http://schemas.openxmlformats.org/drawingml/2006/main" xmlns:p="http://schemas.openxmlformats.org/presentationml/2006/main">
  <p:cSld name="Cover">
    <p:spTree>
      <p:nvGrpSpPr>
        <p:cNvPr id="1" name=""/>
        <p:cNvGrpSpPr/>
        <p:nvPr/>
      </p:nvGrpSpPr>
      <p:grpSpPr>
        <a:xfrm>
          <a:off x="0" y="0"/>
          <a:ext cx="9144000" cy="6858000"/>
          <a:chOff x="0" y="0"/>
          <a:chExt cx="9144000" cy="6858000"/>
        </a:xfrm>
      </p:grpSpPr>
    </p:spTree>
  </p:cSld>
  <p:clrMapOvr>
    <a:masterClrMapping/>
  </p:clrMapOvr>
</p:sldLayout>
</file>

<file path=ppt/slideLayouts/slideLayout2.xml><?xml version="1.0" encoding="utf-8"?>
<p:sldLayout xmlns:a="http://schemas.openxmlformats.org/drawingml/2006/main" xmlns:p="http://schemas.openxmlformats.org/presentationml/2006/main">
  <p:cSld name="Section">
    <p:spTree>
      <p:nvGrpSpPr>
        <p:cNvPr id="1" name=""/>
        <p:cNvGrpSpPr/>
        <p:nvPr/>
      </p:nvGrpSpPr>
      <p:grpSpPr>
        <a:xfrm>
          <a:off x="0" y="0"/>
          <a:ext cx="9144000" cy="6858000"/>
          <a:chOff x="0" y="0"/>
          <a:chExt cx="9144000" cy="6858000"/>
        </a:xfrm>
      </p:grpSpPr>
    </p:spTree>
  </p:cSld>
  <p:clrMapOvr>
    <a:masterClrMapping/>
  </p:clrMapOvr>
</p:sldLayout>
</file>

<file path=ppt/slideLayouts/slideLayout3.xml><?xml version="1.0" encoding="utf-8"?>
<p:sldLayout xmlns:a="http://schemas.openxmlformats.org/drawingml/2006/main" xmlns:p="http://schemas.openxmlformats.org/presentationml/2006/main">
  <p:cSld name="Content">
    <p:spTree>
      <p:nvGrpSpPr>
        <p:cNvPr id="1" name=""/>
        <p:cNvGrpSpPr/>
        <p:nvPr/>
      </p:nvGrpSpPr>
      <p:grpSpPr>
        <a:xfrm>
          <a:off x="0" y="0"/>
          <a:ext cx="9144000" cy="6858000"/>
          <a:chOff x="0" y="0"/>
          <a:chExt cx="9144000" cy="6858000"/>
        </a:xfrm>
      </p:grpSpPr>
    </p:spTree>
  </p:cSld>
  <p:clrMapOvr>
    <a:masterClrMapping/>
  </p:clrMapOvr>
</p:sldLayout>
</file>

<file path=ppt/slideLayouts/slideLayout4.xml><?xml version="1.0" encoding="utf-8"?>
<p:sldLayout xmlns:a="http://schemas.openxmlformats.org/drawingml/2006/main" xmlns:p="http://schemas.openxmlformats.org/presentationml/2006/main">
  <p:cSld name="Two Column">
    <p:spTree>
      <p:nvGrpSpPr>
        <p:cNvPr id="1" name=""/>
        <p:cNvGrpSpPr/>
        <p:nvPr/>
      </p:nvGrpSpPr>
      <p:grpSpPr>
        <a:xfrm>
          <a:off x="0" y="0"/>
          <a:ext cx="9144000" cy="6858000"/>
          <a:chOff x="0" y="0"/>
          <a:chExt cx="9144000" cy="6858000"/>
        </a:xfrm>
      </p:grpSpPr>
    </p:spTree>
  </p:cSld>
  <p:clrMapOvr>
    <a:masterClrMapping/>
  </p:clrMapOvr>
</p:sldLayout>
</file>

<file path=ppt/slideLayouts/slideLayout5.xml><?xml version="1.0" encoding="utf-8"?>
<p:sldLayout xmlns:a="http://schemas.openxmlformats.org/drawingml/2006/main" xmlns:p="http://schemas.openxmlformats.org/presentationml/2006/main">
  <p:cSld name="Image Focus">
    <p:spTree>
      <p:nvGrpSpPr>
        <p:cNvPr id="1" name=""/>
        <p:cNvGrpSpPr/>
        <p:nvPr/>
      </p:nvGrpSpPr>
      <p:grpSpPr>
        <a:xfrm>
          <a:off x="0" y="0"/>
          <a:ext cx="9144000" cy="6858000"/>
          <a:chOff x="0" y="0"/>
          <a:chExt cx="9144000" cy="6858000"/>
        </a:xfrm>
      </p:grpSpPr>
    </p:spTree>
  </p:cSld>
  <p:clrMapOvr>
    <a:masterClrMapping/>
  </p:clrMapOvr>
</p:sldLayout>
</file>

<file path=ppt/slideLayouts/slideLayout6.xml><?xml version="1.0" encoding="utf-8"?>
<p:sldLayout xmlns:a="http://schemas.openxmlformats.org/drawingml/2006/main" xmlns:p="http://schemas.openxmlformats.org/presentationml/2006/main">
  <p:cSld name="Comparison">
    <p:spTree>
      <p:nvGrpSpPr>
        <p:cNvPr id="1" name=""/>
        <p:cNvGrpSpPr/>
        <p:nvPr/>
      </p:nvGrpSpPr>
      <p:grpSpPr>
        <a:xfrm>
          <a:off x="0" y="0"/>
          <a:ext cx="9144000" cy="6858000"/>
          <a:chOff x="0" y="0"/>
          <a:chExt cx="9144000" cy="6858000"/>
        </a:xfrm>
      </p:grpSpPr>
    </p:spTree>
  </p:cSld>
  <p:clrMapOvr>
    <a:masterClrMapping/>
  </p:clrMapOvr>
</p:sldLayout>
</file>

<file path=ppt/slideLayouts/slideLayout7.xml><?xml version="1.0" encoding="utf-8"?>
<p:sldLayout xmlns:a="http://schemas.openxmlformats.org/drawingml/2006/main" xmlns:p="http://schemas.openxmlformats.org/presentationml/2006/main">
  <p:cSld name="Summary">
    <p:spTree>
      <p:nvGrpSpPr>
        <p:cNvPr id="1" name=""/>
        <p:cNvGrpSpPr/>
        <p:nvPr/>
      </p:nvGrpSpPr>
      <p:grpSpPr>
        <a:xfrm>
          <a:off x="0" y="0"/>
          <a:ext cx="9144000" cy="6858000"/>
          <a:chOff x="0" y="0"/>
          <a:chExt cx="9144000" cy="6858000"/>
        </a:xfrm>
      </p:grpSpPr>
    </p:spTree>
  </p:cSld>
  <p:clrMapOvr>
    <a:masterClrMapping/>
  </p:clrMapOvr>
</p:sldLayout>
</file>

<file path=ppt/slideMasters/_rels/slideMaster1.xml.rels><?xml version='1.0' encoding='UTF-8'?>
<rels:Relationships xmlns:rels="http://schemas.openxmlformats.org/package/2006/relationships"><rels:Relationship Id="rIdTheme" Type="http://schemas.openxmlformats.org/officeDocument/2006/relationships/theme" Target="../theme/theme1.xml" /><rels:Relationship Id="rIdLayout1" Type="http://schemas.openxmlformats.org/officeDocument/2006/relationships/slideLayout" Target="../slideLayouts/slideLayout1.xml" /><rels:Relationship Id="rIdLayout2" Type="http://schemas.openxmlformats.org/officeDocument/2006/relationships/slideLayout" Target="../slideLayouts/slideLayout2.xml" /><rels:Relationship Id="rIdLayout3" Type="http://schemas.openxmlformats.org/officeDocument/2006/relationships/slideLayout" Target="../slideLayouts/slideLayout3.xml" /><rels:Relationship Id="rIdLayout4" Type="http://schemas.openxmlformats.org/officeDocument/2006/relationships/slideLayout" Target="../slideLayouts/slideLayout4.xml" /><rels:Relationship Id="rIdLayout5" Type="http://schemas.openxmlformats.org/officeDocument/2006/relationships/slideLayout" Target="../slideLayouts/slideLayout5.xml" /><rels:Relationship Id="rIdLayout6" Type="http://schemas.openxmlformats.org/officeDocument/2006/relationships/slideLayout" Target="../slideLayouts/slideLayout6.xml" /><rels:Relationship Id="rIdLayout7" Type="http://schemas.openxmlformats.org/officeDocument/2006/relationships/slideLayout" Target="../slideLayouts/slideLayout7.xml" /></rels: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9144000" cy="6858000"/>
          <a:chOff x="0" y="0"/>
          <a:chExt cx="9144000" cy="6858000"/>
        </a:xfrm>
      </p:grpSpPr>
    </p:spTree>
  </p:cSld>
  <p:clrMap bg1="lt1" tx1="dk1" bg2="lt2" tx2="dk2" accent1="accent1" accent2="accent2" accent3="accent3" accent4="accent4" accent5="accent5" accent6="accent6" hlink="hlink" folHlink="folHlink"/>
  <p:sldLayoutIdLst>
    <p:sldLayoutId id="2147483649" r:id="rIdLayout1"/>
    <p:sldLayoutId id="2147483650" r:id="rIdLayout2"/>
    <p:sldLayoutId id="2147483651" r:id="rIdLayout3"/>
    <p:sldLayoutId id="2147483652" r:id="rIdLayout4"/>
    <p:sldLayoutId id="2147483653" r:id="rIdLayout5"/>
    <p:sldLayoutId id="2147483654" r:id="rIdLayout6"/>
    <p:sldLayoutId id="2147483655" r:id="rIdLayout7"/>
  </p:sldLayoutIdLst>
  <p:txStyles>
    <p:titleStyle>
      <a:lvl1pPr>
        <a:defRPr sz="3000" b="1">
          <a:solidFill>
            <a:srgbClr val="000000"/>
          </a:solidFill>
          <a:latin typeface="+mj-lt"/>
        </a:defRPr>
      </a:lvl1pPr>
    </p:titleStyle>
    <p:bodyStyle>
      <a:lvl1pPr>
        <a:defRPr sz="1800">
          <a:solidFill>
            <a:srgbClr val="222222"/>
          </a:solidFill>
          <a:latin typeface="+mn-lt"/>
        </a:defRPr>
      </a:lvl1pPr>
    </p:bodyStyle>
    <p:otherStyle>
      <a:lvl1pPr>
        <a:defRPr sz="1800">
          <a:solidFill>
            <a:srgbClr val="222222"/>
          </a:solidFill>
          <a:latin typeface="+mn-lt"/>
        </a:defRPr>
      </a:lvl1pPr>
    </p:otherStyle>
  </p:txStyles>
</p:sldMaster>
</file>

<file path=ppt/slides/_rels/slide1.xml.rels><?xml version='1.0' encoding='UTF-8'?>
<rels:Relationships xmlns:rels="http://schemas.openxmlformats.org/package/2006/relationships"><rels:Relationship Id="rIdLayout" Type="http://schemas.openxmlformats.org/officeDocument/2006/relationships/slideLayout" Target="../slideLayouts/slideLayout3.xml" /><rels:Relationship Id="rIdChart" Type="http://schemas.openxmlformats.org/officeDocument/2006/relationships/chart" Target="../charts/chart1.xml" /><rels:Relationship Id="rIdImage" Type="http://schemas.openxmlformats.org/officeDocument/2006/relationships/image" Target="../media/image1.png" /><rels:Relationship Id="rIdNotes" Type="http://schemas.openxmlformats.org/officeDocument/2006/relationships/notesSlide" Target="../notesSlides/notesSlide1.xml" /></rels:Relationships>
</file>

<file path=ppt/slides/_rels/slide2.xml.rels><?xml version='1.0' encoding='UTF-8'?>
<rels:Relationships xmlns:rels="http://schemas.openxmlformats.org/package/2006/relationships"><rels:Relationship Id="rIdLayout" Type="http://schemas.openxmlformats.org/officeDocument/2006/relationships/slideLayout" Target="../slideLayouts/slideLayout3.xml" /><rels:Relationship Id="rIdChart" Type="http://schemas.openxmlformats.org/officeDocument/2006/relationships/chart" Target="../charts/chart2.xml" /><rels:Relationship Id="rIdImage" Type="http://schemas.openxmlformats.org/officeDocument/2006/relationships/image" Target="../media/image2.png" /><rels:Relationship Id="rIdNotes" Type="http://schemas.openxmlformats.org/officeDocument/2006/relationships/notesSlide" Target="../notesSlides/notesSlide2.xml" /></rels:Relationships>
</file>

<file path=ppt/slides/_rels/slide3.xml.rels><?xml version='1.0' encoding='UTF-8'?>
<rels:Relationships xmlns:rels="http://schemas.openxmlformats.org/package/2006/relationships"><rels:Relationship Id="rIdLayout" Type="http://schemas.openxmlformats.org/officeDocument/2006/relationships/slideLayout" Target="../slideLayouts/slideLayout3.xml" /><rels:Relationship Id="rIdChart" Type="http://schemas.openxmlformats.org/officeDocument/2006/relationships/chart" Target="../charts/chart3.xml" /><rels:Relationship Id="rIdImage" Type="http://schemas.openxmlformats.org/officeDocument/2006/relationships/image" Target="../media/image3.png" /><rels:Relationship Id="rIdNotes" Type="http://schemas.openxmlformats.org/officeDocument/2006/relationships/notesSlide" Target="../notesSlides/notesSlide3.xml" /></rels:Relationships>
</file>

<file path=ppt/slides/slide1.xml><?xml version="1.0" encoding="utf-8"?>
<p:sld xmlns:a="http://schemas.openxmlformats.org/drawingml/2006/main" xmlns:c="http://schemas.openxmlformats.org/drawingml/2006/chart" xmlns:p="http://schemas.openxmlformats.org/presentationml/2006/main" xmlns:r="http://schemas.openxmlformats.org/officeDocument/2006/relationships">
  <p:cSld name="slide_16af2aaf414375d088f5e4b2c14448c6">
    <p:spTree>
      <p:nvGrpSpPr>
        <p:cNvPr id="1" name=""/>
        <p:cNvGrpSpPr/>
        <p:nvPr/>
      </p:nvGrpSpPr>
      <p:grpSpPr>
        <a:xfrm/>
      </p:grpSpPr>
      <p:pic>
        <p:nvPicPr>
          <p:cNvPr id="5" name="object_d9d30ceda8460c19acc52a8807d121d7" descr="Synthetic image 1"/>
          <p:cNvPicPr>
            <a:picLocks noChangeAspect="1"/>
          </p:cNvPicPr>
          <p:nvPr/>
        </p:nvPicPr>
        <p:blipFill>
          <a:blip r:embed="rIdImage"/>
          <a:stretch>
            <a:fillRect/>
          </a:stretch>
        </p:blipFill>
        <p:spPr>
          <a:xfrm>
            <a:off x="4572000" y="1889760"/>
            <a:ext cx="4114800" cy="4114800"/>
          </a:xfrm>
          <a:prstGeom prst="rect">
            <a:avLst/>
          </a:prstGeom>
        </p:spPr>
      </p:pic>
      <p:sp>
        <p:nvSpPr>
          <p:cNvPr id="3" name="Shape3"/>
          <p:cNvSpPr/>
          <p:nvPr/>
        </p:nvSpPr>
        <p:spPr>
          <a:xfrm>
            <a:off x="457200" y="1402080"/>
            <a:ext cx="8229600" cy="5090160"/>
          </a:xfrm>
          <a:prstGeom prst="rect">
            <a:avLst/>
          </a:prstGeom>
          <a:solidFill>
            <a:srgbClr val="FFFFFF"/>
          </a:solidFill>
          <a:ln>
            <a:solidFill>
              <a:srgbClr val="D9E2F3"/>
            </a:solidFill>
          </a:ln>
        </p:spPr>
        <p:txBody>
          <a:bodyPr/>
          <a:lstStyle/>
          <a:p>
            <a:r>
              <a:rPr sz="3600">
                <a:solidFill>
                  <a:srgbClr val="222222"/>
                </a:solidFill>
                <a:latin typeface="Calibri"/>
              </a:rPr>
              <a:t>正文层级反转</a:t>
            </a:r>
          </a:p>
        </p:txBody>
      </p:sp>
      <p:graphicFrame>
        <p:nvGraphicFramePr>
          <p:cNvPr id="4" name="Chart4"/>
          <p:cNvGraphicFramePr/>
          <p:nvPr/>
        </p:nvGraphicFramePr>
        <p:xfrm>
          <a:off x="457200" y="1402080"/>
          <a:ext cx="8229600" cy="5090160"/>
        </p:xfrm>
        <a:graphic>
          <a:graphicData uri="http://schemas.openxmlformats.org/drawingml/2006/chart">
            <c:chart r:id="rIdChart"/>
          </a:graphicData>
        </a:graphic>
      </p:graphicFrame>
      <p:sp>
        <p:nvSpPr>
          <p:cNvPr id="2" name="object_670e240534afe787caec40c9065f8c6b"/>
          <p:cNvSpPr/>
          <p:nvPr/>
        </p:nvSpPr>
        <p:spPr>
          <a:xfrm>
            <a:off x="457200" y="365760"/>
            <a:ext cx="8229600" cy="762000"/>
          </a:xfrm>
          <a:prstGeom prst="rect">
            <a:avLst/>
          </a:prstGeom>
        </p:spPr>
        <p:txBody>
          <a:bodyPr/>
          <a:lstStyle/>
          <a:p>
            <a:r>
              <a:rPr sz="3000" b="1">
                <a:solidFill>
                  <a:srgbClr val="000000"/>
                </a:solidFill>
                <a:latin typeface="Calibri Light"/>
              </a:rPr>
              <a:t>这是一个明显超过推荐容量并用于验证中文字符计数与层级字号检查的超长标题</a:t>
            </a:r>
          </a:p>
        </p:txBody>
      </p:sp>
    </p:spTree>
  </p:cSld>
  <p:clrMapOvr>
    <a:masterClrMapping/>
  </p:clrMapOvr>
</p:sld>
</file>

<file path=ppt/slides/slide2.xml><?xml version="1.0" encoding="utf-8"?>
<p:sld xmlns:a="http://schemas.openxmlformats.org/drawingml/2006/main" xmlns:c="http://schemas.openxmlformats.org/drawingml/2006/chart" xmlns:p="http://schemas.openxmlformats.org/presentationml/2006/main" xmlns:r="http://schemas.openxmlformats.org/officeDocument/2006/relationships">
  <p:cSld name="slide_70491efcc36946b1cd3293da302e6569">
    <p:spTree>
      <p:nvGrpSpPr>
        <p:cNvPr id="1" name=""/>
        <p:cNvGrpSpPr/>
        <p:nvPr/>
      </p:nvGrpSpPr>
      <p:grpSpPr>
        <a:xfrm/>
      </p:grpSpPr>
      <p:pic>
        <p:nvPicPr>
          <p:cNvPr id="6" name="Picture6" descr="Synthetic image 2"/>
          <p:cNvPicPr>
            <a:picLocks noChangeAspect="1"/>
          </p:cNvPicPr>
          <p:nvPr/>
        </p:nvPicPr>
        <p:blipFill>
          <a:blip r:embed="rIdImage"/>
          <a:stretch>
            <a:fillRect/>
          </a:stretch>
        </p:blipFill>
        <p:spPr>
          <a:xfrm>
            <a:off x="4572000" y="1889760"/>
            <a:ext cx="4114800" cy="4114800"/>
          </a:xfrm>
          <a:prstGeom prst="rect">
            <a:avLst/>
          </a:prstGeom>
        </p:spPr>
      </p:pic>
      <p:sp>
        <p:nvSpPr>
          <p:cNvPr id="3" name="Shape3"/>
          <p:cNvSpPr/>
          <p:nvPr/>
        </p:nvSpPr>
        <p:spPr>
          <a:xfrm>
            <a:off x="457200" y="1402080"/>
            <a:ext cx="8229600" cy="5090160"/>
          </a:xfrm>
          <a:prstGeom prst="rect">
            <a:avLst/>
          </a:prstGeom>
          <a:solidFill>
            <a:srgbClr val="FFFFFF"/>
          </a:solidFill>
          <a:ln>
            <a:solidFill>
              <a:srgbClr val="D9E2F3"/>
            </a:solidFill>
          </a:ln>
        </p:spPr>
        <p:txBody>
          <a:bodyPr/>
          <a:lstStyle/>
          <a:p>
            <a:r>
              <a:rPr sz="1800">
                <a:solidFill>
                  <a:srgbClr val="222222"/>
                </a:solidFill>
                <a:latin typeface="Calibri"/>
              </a:rPr>
              <a:t>[PLACEHOLDER]</a:t>
            </a:r>
          </a:p>
        </p:txBody>
      </p:sp>
      <p:graphicFrame>
        <p:nvGraphicFramePr>
          <p:cNvPr id="4" name="object_7969b53e1cb10708a6778be12f2fe949"/>
          <p:cNvGraphicFramePr/>
          <p:nvPr/>
        </p:nvGraphicFramePr>
        <p:xfrm>
          <a:off x="457200" y="1402080"/>
          <a:ext cx="8229600" cy="5090160"/>
        </p:xfrm>
        <a:graphic>
          <a:graphicData uri="http://schemas.openxmlformats.org/drawingml/2006/table">
            <a:tbl>
              <a:tblPr firstRow="1" bandRow="1"/>
              <a:tblGrid>
                <a:gridCol w="4114800"/>
                <a:gridCol w="4114800"/>
              </a:tblGrid>
              <a:tr h="370840">
                <a:tc>
                  <a:txBody>
                    <a:bodyPr/>
                    <a:lstStyle/>
                    <a:p>
                      <a:r>
                        <a:rPr sz="1800">
                          <a:solidFill>
                            <a:srgbClr val="222222"/>
                          </a:solidFill>
                          <a:latin typeface="Calibri"/>
                        </a:rPr>
                        <a:t>指标</a:t>
                      </a:r>
                    </a:p>
                  </a:txBody>
                  <a:tcPr/>
                </a:tc>
                <a:tc>
                  <a:txBody>
                    <a:bodyPr/>
                    <a:lstStyle/>
                    <a:p>
                      <a:r>
                        <a:rPr sz="1800">
                          <a:solidFill>
                            <a:srgbClr val="222222"/>
                          </a:solidFill>
                          <a:latin typeface="Calibri"/>
                        </a:rPr>
                        <a:t>Value</a:t>
                      </a:r>
                    </a:p>
                  </a:txBody>
                  <a:tcPr/>
                </a:tc>
              </a:tr>
              <a:tr h="370840">
                <a:tc>
                  <a:txBody>
                    <a:bodyPr/>
                    <a:lstStyle/>
                    <a:p>
                      <a:r>
                        <a:rPr sz="1800">
                          <a:solidFill>
                            <a:srgbClr val="222222"/>
                          </a:solidFill>
                          <a:latin typeface="Calibri"/>
                        </a:rPr>
                        <a:t>A</a:t>
                      </a:r>
                    </a:p>
                  </a:txBody>
                  <a:tcPr/>
                </a:tc>
                <a:tc>
                  <a:txBody>
                    <a:bodyPr/>
                    <a:lstStyle/>
                    <a:p>
                      <a:r>
                        <a:rPr sz="1800">
                          <a:solidFill>
                            <a:srgbClr val="222222"/>
                          </a:solidFill>
                          <a:latin typeface="Calibri"/>
                        </a:rPr>
                        <a:t>1</a:t>
                      </a:r>
                    </a:p>
                  </a:txBody>
                  <a:tcPr/>
                </a:tc>
              </a:tr>
            </a:tbl>
          </a:graphicData>
        </a:graphic>
      </p:graphicFrame>
      <p:graphicFrame>
        <p:nvGraphicFramePr>
          <p:cNvPr id="5" name="Chart5"/>
          <p:cNvGraphicFramePr/>
          <p:nvPr/>
        </p:nvGraphicFramePr>
        <p:xfrm>
          <a:off x="457200" y="1402080"/>
          <a:ext cx="8229600" cy="5090160"/>
        </p:xfrm>
        <a:graphic>
          <a:graphicData uri="http://schemas.openxmlformats.org/drawingml/2006/chart">
            <c:chart r:id="rIdChart"/>
          </a:graphicData>
        </a:graphic>
      </p:graphicFrame>
      <p:sp>
        <p:nvSpPr>
          <p:cNvPr id="2" name="object_0c7601e5d05d4d52e006362d67a81149"/>
          <p:cNvSpPr/>
          <p:nvPr/>
        </p:nvSpPr>
        <p:spPr>
          <a:xfrm>
            <a:off x="457200" y="365760"/>
            <a:ext cx="8229600" cy="762000"/>
          </a:xfrm>
          <a:prstGeom prst="rect">
            <a:avLst/>
          </a:prstGeom>
        </p:spPr>
        <p:txBody>
          <a:bodyPr/>
          <a:lstStyle/>
          <a:p>
            <a:r>
              <a:rPr sz="3000" b="1">
                <a:solidFill>
                  <a:srgbClr val="000000"/>
                </a:solidFill>
                <a:latin typeface="Calibri Light"/>
              </a:rPr>
              <a:t>Template page 2</a:t>
            </a:r>
          </a:p>
        </p:txBody>
      </p:sp>
    </p:spTree>
  </p:cSld>
  <p:clrMapOvr>
    <a:masterClrMapping/>
  </p:clrMapOvr>
</p:sld>
</file>

<file path=ppt/slides/slide3.xml><?xml version="1.0" encoding="utf-8"?>
<p:sld xmlns:a="http://schemas.openxmlformats.org/drawingml/2006/main" xmlns:c="http://schemas.openxmlformats.org/drawingml/2006/chart" xmlns:p="http://schemas.openxmlformats.org/presentationml/2006/main" xmlns:r="http://schemas.openxmlformats.org/officeDocument/2006/relationships">
  <p:cSld name="slide_93bbedc206e61f3a1bf791d341937e3a">
    <p:spTree>
      <p:nvGrpSpPr>
        <p:cNvPr id="1" name=""/>
        <p:cNvGrpSpPr/>
        <p:nvPr/>
      </p:nvGrpSpPr>
      <p:grpSpPr>
        <a:xfrm/>
      </p:grpSpPr>
      <p:pic>
        <p:nvPicPr>
          <p:cNvPr id="5" name="Picture5" descr="Synthetic image 3"/>
          <p:cNvPicPr>
            <a:picLocks noChangeAspect="1"/>
          </p:cNvPicPr>
          <p:nvPr/>
        </p:nvPicPr>
        <p:blipFill>
          <a:blip r:embed="rIdImage"/>
          <a:stretch>
            <a:fillRect/>
          </a:stretch>
        </p:blipFill>
        <p:spPr>
          <a:xfrm>
            <a:off x="4572000" y="1889760"/>
            <a:ext cx="4114800" cy="4114800"/>
          </a:xfrm>
          <a:prstGeom prst="rect">
            <a:avLst/>
          </a:prstGeom>
        </p:spPr>
      </p:pic>
      <p:sp>
        <p:nvSpPr>
          <p:cNvPr id="3" name="Shape3"/>
          <p:cNvSpPr/>
          <p:nvPr/>
        </p:nvSpPr>
        <p:spPr>
          <a:xfrm>
            <a:off x="457200" y="1402080"/>
            <a:ext cx="8229600" cy="5090160"/>
          </a:xfrm>
          <a:prstGeom prst="rect">
            <a:avLst/>
          </a:prstGeom>
          <a:solidFill>
            <a:srgbClr val="FFFFFF"/>
          </a:solidFill>
          <a:ln>
            <a:solidFill>
              <a:srgbClr val="D9E2F3"/>
            </a:solidFill>
          </a:ln>
        </p:spPr>
        <p:txBody>
          <a:bodyPr/>
          <a:lstStyle/>
          <a:p>
            <a:r>
              <a:rPr sz="1800">
                <a:solidFill>
                  <a:srgbClr val="222222"/>
                </a:solidFill>
                <a:latin typeface="Calibri"/>
              </a:rPr>
              <a:t>…</a:t>
            </a:r>
          </a:p>
        </p:txBody>
      </p:sp>
      <p:graphicFrame>
        <p:nvGraphicFramePr>
          <p:cNvPr id="4" name="object_8c8287f4a7d763c213f4fa4efabd468e"/>
          <p:cNvGraphicFramePr/>
          <p:nvPr/>
        </p:nvGraphicFramePr>
        <p:xfrm>
          <a:off x="457200" y="1402080"/>
          <a:ext cx="8229600" cy="5090160"/>
        </p:xfrm>
        <a:graphic>
          <a:graphicData uri="http://schemas.openxmlformats.org/drawingml/2006/chart">
            <c:chart r:id="rIdChart"/>
          </a:graphicData>
        </a:graphic>
      </p:graphicFrame>
      <p:sp>
        <p:nvSpPr>
          <p:cNvPr id="2" name="object_f2ae27a66f56c44f26d5c5c2d898025e"/>
          <p:cNvSpPr/>
          <p:nvPr/>
        </p:nvSpPr>
        <p:spPr>
          <a:xfrm>
            <a:off x="457200" y="365760"/>
            <a:ext cx="8229600" cy="762000"/>
          </a:xfrm>
          <a:prstGeom prst="rect">
            <a:avLst/>
          </a:prstGeom>
        </p:spPr>
        <p:txBody>
          <a:bodyPr/>
          <a:lstStyle/>
          <a:p>
            <a:r>
              <a:rPr sz="3000" b="1">
                <a:solidFill>
                  <a:srgbClr val="000000"/>
                </a:solidFill>
                <a:latin typeface="Calibri Light"/>
              </a:rPr>
              <a:t>Template page 3</a:t>
            </a:r>
          </a:p>
        </p:txBody>
      </p:sp>
    </p:spTree>
  </p:cSld>
  <p:clrMapOvr>
    <a:masterClrMapping/>
  </p:clrMapOvr>
</p:sld>
</file>

<file path=ppt/theme/theme1.xml><?xml version="1.0" encoding="utf-8"?>
<a:theme xmlns:a="http://schemas.openxmlformats.org/drawingml/2006/main" name="Elftia Office">
  <a:themeElements>
    <a:clrScheme name="Elftia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Elftia Office">
      <a:majorFont>
        <a:latin typeface="Calibri Light"/>
        <a:ea typeface=""/>
        <a:cs typeface=""/>
      </a:majorFont>
      <a:minorFont>
        <a:latin typeface="Calibri"/>
        <a:ea typeface=""/>
        <a:cs typeface=""/>
      </a:minorFont>
    </a:fontScheme>
    <a:fmtScheme>
      <a:fillStyleLst>
        <a:solidFill>
          <a:schemeClr val="phClr"/>
        </a:solidFill>
        <a:gradFill>
          <a:gsLst>
            <a:gs pos="0">
              <a:schemeClr val="phClr"/>
            </a:gs>
            <a:gs pos="100000">
              <a:schemeClr val="phClr"/>
            </a:gs>
          </a:gsLst>
          <a:lin ang="0" scaled="0"/>
        </a:gradFill>
        <a:gradFill>
          <a:gsLst>
            <a:gs pos="0">
              <a:schemeClr val="phClr"/>
            </a:gs>
            <a:gs pos="100000">
              <a:schemeClr val="phClr"/>
            </a:gs>
          </a:gsLst>
          <a:lin ang="0" scaled="0"/>
        </a:gradFill>
      </a:fillStyleLst>
      <a:lnStyleLst>
        <a:ln w="9100" cap="flat" cmpd="sng" algn="ctr">
          <a:solidFill>
            <a:schemeClr val="phClr"/>
          </a:solidFill>
          <a:prstDash val="solid"/>
        </a:ln>
        <a:ln w="9100" cap="flat" cmpd="sng" algn="ctr">
          <a:solidFill>
            <a:schemeClr val="phClr"/>
          </a:solidFill>
          <a:prstDash val="solid"/>
        </a:ln>
        <a:ln w="9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ns0:Properties xmlns:ns0="http://schemas.openxmlformats.org/officeDocument/2006/extended-properties">
  <ns0:Application>Elftia Document Skills</ns0:Application>
  <ns0:Slides>3</ns0:Slides>
</ns0:Properties>
</file>

<file path=docProps/core.xml><?xml version="1.0" encoding="utf-8"?>
<cp:coreProperties xmlns:cp="http://schemas.openxmlformats.org/package/2006/metadata/core-properties" xmlns:dc="http://purl.org/dc/elements/1.1/">
  <dc:title>Semantic fixture</dc:title>
  <dc:creator>Elftia</dc:creator>
  <dc:subject>B2</dc:subject>
</cp:coreProperties>
</file>