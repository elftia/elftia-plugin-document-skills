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s:Relationships xmlns:rels="http://schemas.openxmlformats.org/package/2006/relationships"><rels:Relationship Id="rId1" Type="http://schemas.openxmlformats.org/officeDocument/2006/relationships/officeDocument" Target="ppt/presentation.xml" /><rels:Relationship Id="rId2" Type="http://schemas.openxmlformats.org/package/2006/relationships/metadata/core-properties" Target="docProps/core.xml" /><rels:Relationship Id="rId3" Type="http://schemas.openxmlformats.org/officeDocument/2006/relationships/extended-properties" Target="docProps/app.xml" /></rels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r:id="rId1" id="2147483648"/>
  </p:sldMasterIdLst>
  <p:notesMasterIdLst>
    <p:notesMasterId r:id="rIdNotes"/>
  </p:notesMasterIdLst>
  <p:sldIdLst>
    <p:sldId id="256" r:id="rIdSlide1"/>
  </p:sldIdLst>
  <p:sldSz cx="9144000" cy="6858000" type="screen4x3"/>
  <p:notesSz cx="6858000" cy="9144000"/>
</p:presentation>
</file>

<file path=ppt/_rels/presentation.xml.rels><?xml version='1.0' encoding='UTF-8'?>
<rels:Relationships xmlns:rels="http://schemas.openxmlformats.org/package/2006/relationships"><rels:Relationship Id="rId1" Type="http://schemas.openxmlformats.org/officeDocument/2006/relationships/slideMaster" Target="slideMasters/slideMaster1.xml" /><rels:Relationship Id="rIdSlide1" Type="http://schemas.openxmlformats.org/officeDocument/2006/relationships/slide" Target="slides/slide1.xml" /><rels:Relationship Id="rIdNotes" Type="http://schemas.openxmlformats.org/officeDocument/2006/relationships/notesMaster" Target="notesMasters/notesMaster1.xml" /></rels:Relationships>
</file>

<file path=ppt/charts/chart1.xml><?xml version="1.0" encoding="utf-8"?>
<c:chartSpace xmlns:a="http://schemas.openxmlformats.org/drawingml/2006/main" xmlns:c="http://schemas.openxmlformats.org/drawingml/2006/chart">
  <c:date1904 val="0"/>
  <c:lang val="en-US"/>
  <c:roundedCorners val="0"/>
  <c:chart>
    <c:title>
      <c:tx>
        <c:rich>
          <a:bodyPr/>
          <a:lstStyle/>
          <a:p>
            <a:r>
              <a:rPr lang="en-US"/>
              <a:t>Synthetic chart</a:t>
            </a:r>
            <a:endParaRPr lang="en-US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3366CC"/>
            </a:solidFill>
          </c:spPr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0000011"/>
        <c:axId val="100000012"/>
      </c:barChart>
      <c:catAx>
        <c:axId val="1000000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Category</a:t>
                </a:r>
                <a:endParaRPr lang="en-US"/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crossAx val="100000012"/>
        <c:crosses val="autoZero"/>
        <c:auto val="1"/>
        <c:lblAlgn val="ctr"/>
        <c:lblOffset val="100"/>
      </c:catAx>
      <c:valAx>
        <c:axId val="1000000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Value</a:t>
                </a:r>
                <a:endParaRPr lang="en-US"/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crossAx val="100000011"/>
        <c:crosses val="autoZero"/>
        <c:crossBetween val="between"/>
      </c:valAx>
    </c:plotArea>
    <c:plotVisOnly val="1"/>
    <c:dispBlanksAs val="gap"/>
    <c:showDLblsOverMax val="0"/>
  </c:chart>
</c:chartSpace>
</file>

<file path=ppt/notesMasters/_rels/notesMaster1.xml.rels><?xml version='1.0' encoding='UTF-8'?>
<rels:Relationships xmlns:rels="http://schemas.openxmlformats.org/package/2006/relationships"><rels:Relationship Id="rIdNotes" Type="http://schemas.openxmlformats.org/officeDocument/2006/relationships/theme" Target="../theme/theme1.xml" /></rels: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'1.0' encoding='UTF-8'?>
<rels:Relationships xmlns:rels="http://schemas.openxmlformats.org/package/2006/relationships"><rels:Relationship Id="rIdSlide" Type="http://schemas.openxmlformats.org/officeDocument/2006/relationships/slide" Target="../slides/slide1.xml" /><rels:Relationship Id="rIdNotesMaster" Type="http://schemas.openxmlformats.org/officeDocument/2006/relationships/notesMaster" Target="../notesMasters/notesMaster1.xml" /></rels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NotesPlaceholder1"/>
          <p:cNvSpPr/>
          <p:nvPr/>
        </p:nvSpPr>
        <p:spPr/>
        <p:txBody>
          <a:bodyPr/>
          <a:lstStyle/>
          <a:p>
            <a:r>
              <a:t>Synthetic private notes remain because B1 keeps hidden content.</a:t>
            </a:r>
          </a:p>
        </p:txBody>
      </p:sp>
    </p:spTree>
  </p:cSld>
</p:notes>
</file>

<file path=ppt/slideLayouts/_rels/slideLayout1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2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3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4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5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6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7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slideLayout1.xml><?xml version="1.0" encoding="utf-8"?>
<p:sldLayout xmlns:a="http://schemas.openxmlformats.org/drawingml/2006/main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Sectio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Two Colum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Image Focus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Masters/_rels/slideMaster1.xml.rels><?xml version='1.0' encoding='UTF-8'?>
<rels:Relationships xmlns:rels="http://schemas.openxmlformats.org/package/2006/relationships"><rels:Relationship Id="rIdTheme" Type="http://schemas.openxmlformats.org/officeDocument/2006/relationships/theme" Target="../theme/theme1.xml" /><rels:Relationship Id="rIdLayout1" Type="http://schemas.openxmlformats.org/officeDocument/2006/relationships/slideLayout" Target="../slideLayouts/slideLayout1.xml" /><rels:Relationship Id="rIdLayout2" Type="http://schemas.openxmlformats.org/officeDocument/2006/relationships/slideLayout" Target="../slideLayouts/slideLayout2.xml" /><rels:Relationship Id="rIdLayout3" Type="http://schemas.openxmlformats.org/officeDocument/2006/relationships/slideLayout" Target="../slideLayouts/slideLayout3.xml" /><rels:Relationship Id="rIdLayout4" Type="http://schemas.openxmlformats.org/officeDocument/2006/relationships/slideLayout" Target="../slideLayouts/slideLayout4.xml" /><rels:Relationship Id="rIdLayout5" Type="http://schemas.openxmlformats.org/officeDocument/2006/relationships/slideLayout" Target="../slideLayouts/slideLayout5.xml" /><rels:Relationship Id="rIdLayout6" Type="http://schemas.openxmlformats.org/officeDocument/2006/relationships/slideLayout" Target="../slideLayouts/slideLayout6.xml" /><rels:Relationship Id="rIdLayout7" Type="http://schemas.openxmlformats.org/officeDocument/2006/relationships/slideLayout" Target="../slideLayouts/slideLayout7.xml" /></rels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  <p:sldLayoutId id="2147483652" r:id="rIdLayout4"/>
    <p:sldLayoutId id="2147483653" r:id="rIdLayout5"/>
    <p:sldLayoutId id="2147483654" r:id="rIdLayout6"/>
    <p:sldLayoutId id="2147483655" r:id="rIdLayout7"/>
  </p:sldLayoutIdLst>
  <p:txStyles>
    <p:titleStyle>
      <a:lvl1pPr>
        <a:defRPr sz="3000" b="1">
          <a:solidFill>
            <a:srgbClr val="000000"/>
          </a:solidFill>
          <a:latin typeface="+mj-lt"/>
        </a:defRPr>
      </a:lvl1pPr>
    </p:titleStyle>
    <p:bodyStyle>
      <a:lvl1pPr>
        <a:defRPr sz="1800">
          <a:solidFill>
            <a:srgbClr val="222222"/>
          </a:solidFill>
          <a:latin typeface="+mn-lt"/>
        </a:defRPr>
      </a:lvl1pPr>
    </p:bodyStyle>
    <p:otherStyle>
      <a:lvl1pPr>
        <a:defRPr sz="1800">
          <a:solidFill>
            <a:srgbClr val="222222"/>
          </a:solidFill>
          <a:latin typeface="+mn-lt"/>
        </a:defRPr>
      </a:lvl1pPr>
    </p:otherStyle>
  </p:txStyles>
</p:sldMaster>
</file>

<file path=ppt/slides/_rels/slide1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3.xml" /><rels:Relationship Id="rIdChart" Type="http://schemas.openxmlformats.org/officeDocument/2006/relationships/chart" Target="../charts/chart1.xml" /><rels:Relationship Id="rIdImage" Type="http://schemas.openxmlformats.org/officeDocument/2006/relationships/image" Target="../media/image1.png" /><rels:Relationship Id="rIdNotes" Type="http://schemas.openxmlformats.org/officeDocument/2006/relationships/notesSlide" Target="../notesSlides/notesSlide1.xml" /><rels:Relationship Id="rIdLayout" Type="http://schemas.openxmlformats.org/officeDocument/2006/relationships/image" Target="../media/orphan.bin" /><rels:Relationship Id="rIdDangling" Type="http://schemas.openxmlformats.org/officeDocument/2006/relationships/image" Target="../media/missing.png" /></rels:Relationships>
</file>

<file path=ppt/slides/slide1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5" name="Picture5" descr="Synthetic pixel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572000" y="1889760"/>
            <a:ext cx="4114800" cy="4114800"/>
          </a:xfrm>
          <a:prstGeom prst="rect">
            <a:avLst/>
          </a:prstGeom>
        </p:spPr>
      </p:pic>
      <p:sp>
        <p:nvSpPr>
          <p:cNvPr id="3" name="Shape3"/>
          <p:cNvSpPr/>
          <p:nvPr/>
        </p:nvSpPr>
        <p:spPr>
          <a:xfrm>
            <a:off x="457200" y="1402080"/>
            <a:ext cx="8229600" cy="5090160"/>
          </a:xfrm>
          <a:prstGeom prst="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/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Local text</a:t>
            </a:r>
          </a:p>
        </p:txBody>
      </p:sp>
      <p:graphicFrame>
        <p:nvGraphicFramePr>
          <p:cNvPr id="4" name="Chart4"/>
          <p:cNvGraphicFramePr/>
          <p:nvPr/>
        </p:nvGraphicFramePr>
        <p:xfrm>
          <a:off x="457200" y="1402080"/>
          <a:ext cx="8229600" cy="5090160"/>
        </p:xfrm>
        <a:graphic>
          <a:graphicData uri="http://schemas.openxmlformats.org/drawingml/2006/chart">
            <c:chart r:id="rIdChart"/>
          </a:graphicData>
        </a:graphic>
      </p:graphicFrame>
      <p:sp>
        <p:nvSpPr>
          <p:cNvPr id="2" name="Title"/>
          <p:cNvSpPr/>
          <p:nvPr/>
        </p:nvSpPr>
        <p:spPr>
          <a:xfrm>
            <a:off x="457200" y="365760"/>
            <a:ext cx="8229600" cy="762000"/>
          </a:xfrm>
          <a:prstGeom prst="rect">
            <a:avLst/>
          </a:prstGeom>
        </p:spPr>
        <p:txBody>
          <a:bodyPr/>
          <a:lstStyle/>
          <a:p>
            <a:r>
              <a:rPr sz="3000" b="1">
                <a:solidFill>
                  <a:srgbClr val="000000"/>
                </a:solidFill>
                <a:latin typeface="Calibri Light"/>
              </a:rPr>
              <a:t>Synthetic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ftia Office">
  <a:themeElements>
    <a:clrScheme name="Elftia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lftia 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0" scaled="0"/>
        </a:gradFill>
      </a:fillStyleLst>
      <a:lnStyleLst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Elftia Document Skills</ns0:Application>
  <ns0:Slides>1</ns0:Slides>
</ns0:Properties>
</file>

<file path=docProps/core.xml><?xml version="1.0" encoding="utf-8"?>
<cp:coreProperties xmlns:cp="http://schemas.openxmlformats.org/package/2006/metadata/core-properties" xmlns:dc="http://purl.org/dc/elements/1.1/">
  <dc:title>Synthetic sanitizer fixture</dc:title>
  <dc:creator>Elftia</dc:creator>
  <dc:subject>B1</dc:subject>
</cp:coreProperties>
</file>