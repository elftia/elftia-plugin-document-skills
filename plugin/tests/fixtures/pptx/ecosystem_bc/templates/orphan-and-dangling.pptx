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Notes" Type="http://schemas.openxmlformats.org/officeDocument/2006/relationships/notesMaster" Target="notesMasters/notesMaster1.xml" /></rels:Relationships>
</file>

<file path=ppt/charts/chart1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Synthetic chart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1</c:v>
              </c:pt>
              <c:pt idx="1">
                <c:v>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2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Synthetic private notes remain because B1 keeps hidden content.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rels:Relationship Id="rIdLayout" Type="http://schemas.openxmlformats.org/officeDocument/2006/relationships/image" Target="../media/orphan.bin" /><rels:Relationship Id="rIdDangling" Type="http://schemas.openxmlformats.org/officeDocument/2006/relationships/image" Target="../media/missing.png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pixel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Local text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Title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Synthetic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1</ns0:Slides>
</ns0:Properties>
</file>

<file path=docProps/core.xml><?xml version="1.0" encoding="utf-8"?>
<cp:coreProperties xmlns:cp="http://schemas.openxmlformats.org/package/2006/metadata/core-properties" xmlns:dc="http://purl.org/dc/elements/1.1/">
  <dc:title>Synthetic sanitizer fixture</dc:title>
  <dc:creator>Elftia</dc:creator>
  <dc:subject>B1</dc:subject>
</cp:coreProperties>
</file>