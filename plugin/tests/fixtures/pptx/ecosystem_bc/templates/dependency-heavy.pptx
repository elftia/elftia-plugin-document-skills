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s:Relationships xmlns:rels="http://schemas.openxmlformats.org/package/2006/relationships"><rels:Relationship Id="rId1" Type="http://schemas.openxmlformats.org/officeDocument/2006/relationships/officeDocument" Target="ppt/presentation.xml" /><rels:Relationship Id="rId2" Type="http://schemas.openxmlformats.org/package/2006/relationships/metadata/core-properties" Target="docProps/core.xml" /><rels:Relationship Id="rId3" Type="http://schemas.openxmlformats.org/officeDocument/2006/relationships/extended-properties" Target="docProps/app.xml" /></rels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r:id="rId1" id="2147483648"/>
  </p:sldMasterIdLst>
  <p:notesMasterIdLst>
    <p:notesMasterId r:id="rIdNotes"/>
  </p:notesMasterIdLst>
  <p:sldIdLst>
    <p:sldId id="256" r:id="rIdSlide1"/>
    <p:sldId id="257" r:id="rIdSlide2"/>
    <p:sldId id="258" r:id="rIdSlide3"/>
    <p:sldId id="259" r:id="rIdSlide4"/>
  </p:sldIdLst>
  <p:sldSz cx="9144000" cy="6858000" type="screen4x3"/>
  <p:notesSz cx="6858000" cy="9144000"/>
</p:presentation>
</file>

<file path=ppt/_rels/presentation.xml.rels><?xml version='1.0' encoding='UTF-8'?>
<rels:Relationships xmlns:rels="http://schemas.openxmlformats.org/package/2006/relationships"><rels:Relationship Id="rId1" Type="http://schemas.openxmlformats.org/officeDocument/2006/relationships/slideMaster" Target="slideMasters/slideMaster1.xml" /><rels:Relationship Id="rIdSlide1" Type="http://schemas.openxmlformats.org/officeDocument/2006/relationships/slide" Target="slides/slide1.xml" /><rels:Relationship Id="rIdSlide2" Type="http://schemas.openxmlformats.org/officeDocument/2006/relationships/slide" Target="slides/slide2.xml" /><rels:Relationship Id="rIdSlide3" Type="http://schemas.openxmlformats.org/officeDocument/2006/relationships/slide" Target="slides/slide3.xml" /><rels:Relationship Id="rIdSlide4" Type="http://schemas.openxmlformats.org/officeDocument/2006/relationships/slide" Target="slides/slide4.xml" /><rels:Relationship Id="rIdNotes" Type="http://schemas.openxmlformats.org/officeDocument/2006/relationships/notesMaster" Target="notesMasters/notesMaster1.xml" /></rels:Relationships>
</file>

<file path=ppt/charts/chart1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1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11"/>
        <c:axId val="100000012"/>
      </c:barChart>
      <c:catAx>
        <c:axId val="1000000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12"/>
        <c:crosses val="autoZero"/>
        <c:auto val="1"/>
        <c:lblAlgn val="ctr"/>
        <c:lblOffset val="100"/>
      </c:catAx>
      <c:valAx>
        <c:axId val="1000000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11"/>
        <c:crosses val="autoZero"/>
        <c:crossBetween val="between"/>
      </c:valAx>
    </c:plotArea>
    <c:plotVisOnly val="1"/>
    <c:dispBlanksAs val="gap"/>
    <c:showDLblsOverMax val="0"/>
  </c:chart>
</c:chartSpace>
</file>

<file path=ppt/charts/chart2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2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2</c:v>
              </c:pt>
              <c:pt idx="1">
                <c:v>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21"/>
        <c:axId val="100000022"/>
      </c:barChart>
      <c:catAx>
        <c:axId val="10000002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22"/>
        <c:crosses val="autoZero"/>
        <c:auto val="1"/>
        <c:lblAlgn val="ctr"/>
        <c:lblOffset val="100"/>
      </c:catAx>
      <c:valAx>
        <c:axId val="10000002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21"/>
        <c:crosses val="autoZero"/>
        <c:crossBetween val="between"/>
      </c:valAx>
    </c:plotArea>
    <c:plotVisOnly val="1"/>
    <c:dispBlanksAs val="gap"/>
    <c:showDLblsOverMax val="0"/>
  </c:chart>
</c:chartSpace>
</file>

<file path=ppt/charts/chart3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3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3</c:v>
              </c:pt>
              <c:pt idx="1">
                <c:v>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31"/>
        <c:axId val="100000032"/>
      </c:barChart>
      <c:catAx>
        <c:axId val="10000003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32"/>
        <c:crosses val="autoZero"/>
        <c:auto val="1"/>
        <c:lblAlgn val="ctr"/>
        <c:lblOffset val="100"/>
      </c:catAx>
      <c:valAx>
        <c:axId val="10000003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31"/>
        <c:crosses val="autoZero"/>
        <c:crossBetween val="between"/>
      </c:valAx>
    </c:plotArea>
    <c:plotVisOnly val="1"/>
    <c:dispBlanksAs val="gap"/>
    <c:showDLblsOverMax val="0"/>
  </c:chart>
</c:chartSpace>
</file>

<file path=ppt/charts/chart4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Chart 4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4</c:v>
              </c:pt>
              <c:pt idx="1">
                <c:v>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41"/>
        <c:axId val="100000042"/>
      </c:barChart>
      <c:catAx>
        <c:axId val="10000004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42"/>
        <c:crosses val="autoZero"/>
        <c:auto val="1"/>
        <c:lblAlgn val="ctr"/>
        <c:lblOffset val="100"/>
      </c:catAx>
      <c:valAx>
        <c:axId val="10000004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41"/>
        <c:crosses val="autoZero"/>
        <c:crossBetween val="between"/>
      </c:valAx>
    </c:plotArea>
    <c:plotVisOnly val="1"/>
    <c:dispBlanksAs val="gap"/>
    <c:showDLblsOverMax val="0"/>
  </c:chart>
</c:chartSpace>
</file>

<file path=ppt/notesMasters/_rels/notesMaster1.xml.rels><?xml version='1.0' encoding='UTF-8'?>
<rels:Relationships xmlns:rels="http://schemas.openxmlformats.org/package/2006/relationships"><rels:Relationship Id="rIdNotes" Type="http://schemas.openxmlformats.org/officeDocument/2006/relationships/theme" Target="../theme/theme2.xml" /></rels: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1.xml" /><rels:Relationship Id="rIdNotesMaster" Type="http://schemas.openxmlformats.org/officeDocument/2006/relationships/notesMaster" Target="../notesMasters/notesMaster1.xml" /></rels:Relationships>
</file>

<file path=ppt/notesSlides/_rels/notesSlide2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2.xml" /><rels:Relationship Id="rIdNotesMaster" Type="http://schemas.openxmlformats.org/officeDocument/2006/relationships/notesMaster" Target="../notesMasters/notesMaster1.xml" /></rels:Relationships>
</file>

<file path=ppt/notesSlides/_rels/notesSlide3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3.xml" /><rels:Relationship Id="rIdNotesMaster" Type="http://schemas.openxmlformats.org/officeDocument/2006/relationships/notesMaster" Target="../notesMasters/notesMaster1.xml" /></rels:Relationships>
</file>

<file path=ppt/notesSlides/_rels/notesSlide4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4.xml" /><rels:Relationship Id="rIdNotesMaster" Type="http://schemas.openxmlformats.org/officeDocument/2006/relationships/notesMaster" Target="../notesMasters/notesMaster1.xml" /></rels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1"/>
          <p:cNvSpPr/>
          <p:nvPr/>
        </p:nvSpPr>
        <p:spPr/>
        <p:txBody>
          <a:bodyPr/>
          <a:lstStyle/>
          <a:p>
            <a:r>
              <a:t>Approved notes 1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2"/>
          <p:cNvSpPr/>
          <p:nvPr/>
        </p:nvSpPr>
        <p:spPr/>
        <p:txBody>
          <a:bodyPr/>
          <a:lstStyle/>
          <a:p>
            <a:r>
              <a:t>Approved notes 2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3"/>
          <p:cNvSpPr/>
          <p:nvPr/>
        </p:nvSpPr>
        <p:spPr/>
        <p:txBody>
          <a:bodyPr/>
          <a:lstStyle/>
          <a:p>
            <a:r>
              <a:t>Approved notes 3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4"/>
          <p:cNvSpPr/>
          <p:nvPr/>
        </p:nvSpPr>
        <p:spPr/>
        <p:txBody>
          <a:bodyPr/>
          <a:lstStyle/>
          <a:p>
            <a:r>
              <a:t>Approved notes 4</a:t>
            </a:r>
          </a:p>
        </p:txBody>
      </p:sp>
    </p:spTree>
  </p:cSld>
</p:notes>
</file>

<file path=ppt/slideLayouts/_rels/slideLayout1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2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3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4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5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6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7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slideLayout1.xml><?xml version="1.0" encoding="utf-8"?>
<p:sldLayout xmlns:a="http://schemas.openxmlformats.org/drawingml/2006/main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Two Colum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Image Focus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Masters/_rels/slideMaster1.xml.rels><?xml version='1.0' encoding='UTF-8'?>
<rels:Relationships xmlns:rels="http://schemas.openxmlformats.org/package/2006/relationships"><rels:Relationship Id="rIdTheme" Type="http://schemas.openxmlformats.org/officeDocument/2006/relationships/theme" Target="../theme/theme1.xml" /><rels:Relationship Id="rIdLayout1" Type="http://schemas.openxmlformats.org/officeDocument/2006/relationships/slideLayout" Target="../slideLayouts/slideLayout1.xml" /><rels:Relationship Id="rIdLayout2" Type="http://schemas.openxmlformats.org/officeDocument/2006/relationships/slideLayout" Target="../slideLayouts/slideLayout2.xml" /><rels:Relationship Id="rIdLayout3" Type="http://schemas.openxmlformats.org/officeDocument/2006/relationships/slideLayout" Target="../slideLayouts/slideLayout3.xml" /><rels:Relationship Id="rIdLayout4" Type="http://schemas.openxmlformats.org/officeDocument/2006/relationships/slideLayout" Target="../slideLayouts/slideLayout4.xml" /><rels:Relationship Id="rIdLayout5" Type="http://schemas.openxmlformats.org/officeDocument/2006/relationships/slideLayout" Target="../slideLayouts/slideLayout5.xml" /><rels:Relationship Id="rIdLayout6" Type="http://schemas.openxmlformats.org/officeDocument/2006/relationships/slideLayout" Target="../slideLayouts/slideLayout6.xml" /><rels:Relationship Id="rIdLayout7" Type="http://schemas.openxmlformats.org/officeDocument/2006/relationships/slideLayout" Target="../slideLayouts/slideLayout7.xml" /></rels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</p:sldLayoutIdLst>
  <p:txStyles>
    <p:titleStyle>
      <a:lvl1pPr>
        <a:defRPr sz="3000" b="1">
          <a:solidFill>
            <a:srgbClr val="000000"/>
          </a:solidFill>
          <a:latin typeface="+mj-lt"/>
        </a:defRPr>
      </a:lvl1pPr>
    </p:titleStyle>
    <p:bodyStyle>
      <a:lvl1pPr>
        <a:defRPr sz="1800">
          <a:solidFill>
            <a:srgbClr val="222222"/>
          </a:solidFill>
          <a:latin typeface="+mn-lt"/>
        </a:defRPr>
      </a:lvl1pPr>
    </p:bodyStyle>
    <p:otherStyle>
      <a:lvl1pPr>
        <a:defRPr sz="1800">
          <a:solidFill>
            <a:srgbClr val="222222"/>
          </a:solidFill>
          <a:latin typeface="+mn-lt"/>
        </a:defRPr>
      </a:lvl1pPr>
    </p:otherStyle>
  </p:txStyles>
</p:sldMaster>
</file>

<file path=ppt/slides/_rels/slide1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1.xml" /><rels:Relationship Id="rIdImage" Type="http://schemas.openxmlformats.org/officeDocument/2006/relationships/image" Target="../media/image1.png" /><rels:Relationship Id="rIdNotes" Type="http://schemas.openxmlformats.org/officeDocument/2006/relationships/notesSlide" Target="../notesSlides/notesSlide1.xml" /></rels:Relationships>
</file>

<file path=ppt/slides/_rels/slide2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2.xml" /><rels:Relationship Id="rIdImage" Type="http://schemas.openxmlformats.org/officeDocument/2006/relationships/image" Target="../media/image2.png" /><rels:Relationship Id="rIdNotes" Type="http://schemas.openxmlformats.org/officeDocument/2006/relationships/notesSlide" Target="../notesSlides/notesSlide2.xml" /></rels:Relationships>
</file>

<file path=ppt/slides/_rels/slide3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3.xml" /><rels:Relationship Id="rIdImage" Type="http://schemas.openxmlformats.org/officeDocument/2006/relationships/image" Target="../media/image3.png" /><rels:Relationship Id="rIdNotes" Type="http://schemas.openxmlformats.org/officeDocument/2006/relationships/notesSlide" Target="../notesSlides/notesSlide3.xml" /></rels:Relationships>
</file>

<file path=ppt/slides/_rels/slide4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4.xml" /><rels:Relationship Id="rIdImage" Type="http://schemas.openxmlformats.org/officeDocument/2006/relationships/image" Target="../media/image4.png" /><rels:Relationship Id="rIdNotes" Type="http://schemas.openxmlformats.org/officeDocument/2006/relationships/notesSlide" Target="../notesSlides/notesSlide4.xml" /></rels:Relationships>
</file>

<file path=ppt/slides/slide1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59254cb16610f9c25af0458bfde601ad">
    <p:spTree>
      <p:nvGrpSpPr>
        <p:cNvPr id="1" name=""/>
        <p:cNvGrpSpPr/>
        <p:nvPr/>
      </p:nvGrpSpPr>
      <p:grpSpPr>
        <a:xfrm/>
      </p:grpSpPr>
      <p:pic>
        <p:nvPicPr>
          <p:cNvPr id="5" name="object_d988b236e97e11174ca0562a6f495c73" descr="Synthetic image 1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1</a:t>
            </a:r>
          </a:p>
        </p:txBody>
      </p:sp>
      <p:graphicFrame>
        <p:nvGraphicFramePr>
          <p:cNvPr id="4" name="Chart4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a6f78f676e03f06c530fdd491b720e63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434d4532fd36d5efb3fed2286e4cefa5">
    <p:spTree>
      <p:nvGrpSpPr>
        <p:cNvPr id="1" name=""/>
        <p:cNvGrpSpPr/>
        <p:nvPr/>
      </p:nvGrpSpPr>
      <p:grpSpPr>
        <a:xfrm/>
      </p:grpSpPr>
      <p:pic>
        <p:nvPicPr>
          <p:cNvPr id="6" name="Picture6" descr="Synthetic image 2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2</a:t>
            </a:r>
          </a:p>
        </p:txBody>
      </p:sp>
      <p:graphicFrame>
        <p:nvGraphicFramePr>
          <p:cNvPr id="4" name="object_a3881a94b86f533915dfd3ad8e41d477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5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1b4e9684bc7cd3bf135cf77076f29e99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bd8e803cd9cbbdb94b3df526c311f7a6">
    <p:spTree>
      <p:nvGrpSpPr>
        <p:cNvPr id="1" name=""/>
        <p:cNvGrpSpPr/>
        <p:nvPr/>
      </p:nvGrpSpPr>
      <p:grpSpPr>
        <a:xfrm/>
      </p:grpSpPr>
      <p:pic>
        <p:nvPicPr>
          <p:cNvPr id="5" name="Picture5" descr="Synthetic image 3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3</a:t>
            </a:r>
          </a:p>
        </p:txBody>
      </p:sp>
      <p:graphicFrame>
        <p:nvGraphicFramePr>
          <p:cNvPr id="4" name="object_e564e897434d30614f58dac1346112e2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86dbf28944dacd9681672e56b500c1f4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 name="slide_04dde4de6bb0abad38c2e0c7f035e2ac">
    <p:spTree>
      <p:nvGrpSpPr>
        <p:cNvPr id="1" name=""/>
        <p:cNvGrpSpPr/>
        <p:nvPr/>
      </p:nvGrpSpPr>
      <p:grpSpPr>
        <a:xfrm/>
      </p:grpSpPr>
      <p:pic>
        <p:nvPicPr>
          <p:cNvPr id="5" name="Picture5" descr="Synthetic image 4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Body 4</a:t>
            </a:r>
          </a:p>
        </p:txBody>
      </p:sp>
      <p:graphicFrame>
        <p:nvGraphicFramePr>
          <p:cNvPr id="4" name="Chart4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object_844d07b9e22737cdac7b292f7af98f3d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Template page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ftia Office">
  <a:themeElements>
    <a:clrScheme name="Elfti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ftia 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</a:fillStyleLst>
      <a:lnStyleLst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Elftia Office">
  <a:themeElements>
    <a:clrScheme name="Elfti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ftia 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</a:fillStyleLst>
      <a:lnStyleLst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Elftia Document Skills</ns0:Application>
  <ns0:Slides>4</ns0:Slides>
</ns0:Properties>
</file>

<file path=docProps/core.xml><?xml version="1.0" encoding="utf-8"?>
<cp:coreProperties xmlns:cp="http://schemas.openxmlformats.org/package/2006/metadata/core-properties" xmlns:dc="http://purl.org/dc/elements/1.1/">
  <dc:title>Semantic fixture</dc:title>
  <dc:creator>Elftia</dc:creator>
  <dc:subject>B2</dc:subject>
</cp:coreProperties>
</file>