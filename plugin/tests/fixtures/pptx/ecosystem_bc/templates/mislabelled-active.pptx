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vbaProject.bin" ContentType="application/vnd.ms-office.vbaProject"/>
  <Override PartName="/ppt/activeX/activeX1.xml" ContentType="application/vnd.ms-office.activeX+xml"/>
  <Override PartName="/_xmlsignatures/origin.sigs" ContentType="application/vnd.openxmlformats-package.digital-signature-origin"/>
  <Override PartName="/_xmlsignatures/sig1.xml" ContentType="application/vnd.openxmlformats-package.digital-signature-xmlsignatur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rels:Relationship Id="rIdSyntheticSignature" Type="http://schemas.openxmlformats.org/package/2006/relationships/digital-signature/origin" Target="_xmlsignatures/origin.sigs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rels:Relationship Id="rIdSyntheticVba" Type="http://schemas.microsoft.com/office/2006/relationships/vbaProject" Target="vbaProject.bin" /></rels:Relationships>
</file>

<file path=ppt/activeX/activeX1.xml><?xml version="1.0" encoding="utf-8"?>
<activeX/>
</file>

<file path=ppt/charts/chart1.xml><?xml version="1.0" encoding="utf-8"?>
<c:chartSpace xmlns:a="http://schemas.openxmlformats.org/drawingml/2006/main" xmlns:c="http://schemas.openxmlformats.org/drawingml/2006/chart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Lit>
              <c:ptCount val="2"/>
              <c:pt idx="0">
                <c:v>A</c:v>
              </c:pt>
              <c:pt idx="1">
                <c:v>B</c:v>
              </c:pt>
            </c:strLit>
          </c:cat>
          <c:val>
            <c:numLit>
              <c:formatCode>General</c:formatCode>
              <c:ptCount val="2"/>
              <c:pt idx="0">
                <c:v>1</c:v>
              </c:pt>
              <c:pt idx="1">
                <c:v>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1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solidFill>
            <a:srgbClr val="FFFFFF"/>
          </a:solidFill>
          <a:ln>
            <a:solidFill>
              <a:srgbClr val="D9E2F3"/>
            </a:solidFill>
          </a:ln>
          <a:prstGeom prst="rect">
            <a:avLst/>
          </a:prstGeom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a:xfrm>
          <a:off x="457200" y="1402080"/>
          <a:ext cx="8229600" cy="5090160"/>
        </a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/>
          <a:lin ang="0" scaled="0"/>
        </a:gradFill>
        <a:gradFill>
          <a:gsLst/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_xmlsignatures/sig1.xml><?xml version="1.0" encoding="utf-8"?>
<Signature/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