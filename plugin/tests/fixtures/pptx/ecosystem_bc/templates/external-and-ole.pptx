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embeddings/syntheticWorkbook.xlsx" ContentType="application/vnd.openxmlformats-officedocument.spreadsheetml.sheet"/>
</Types>
</file>

<file path=_rels/.rels><?xml version='1.0' encoding='UTF-8'?>
<rels:Relationships xmlns:rels="http://schemas.openxmlformats.org/package/2006/relationships"><rels:Relationship Id="rId1" Type="http://schemas.openxmlformats.org/officeDocument/2006/relationships/officeDocument" Target="ppt/presentation.xml" /><rels:Relationship Id="rId2" Type="http://schemas.openxmlformats.org/package/2006/relationships/metadata/core-properties" Target="docProps/core.xml" /><rels:Relationship Id="rId3" Type="http://schemas.openxmlformats.org/officeDocument/2006/relationships/extended-properties" Target="docProps/app.xml" /></rels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r:id="rId1" id="2147483648"/>
  </p:sldMasterIdLst>
  <p:notesMasterIdLst>
    <p:notesMasterId r:id="rIdNotes"/>
  </p:notesMasterIdLst>
  <p:sldIdLst>
    <p:sldId id="256" r:id="rIdSlide1"/>
  </p:sldIdLst>
  <p:sldSz cx="9144000" cy="6858000" type="screen4x3"/>
  <p:notesSz cx="6858000" cy="9144000"/>
</p:presentation>
</file>

<file path=ppt/_rels/presentation.xml.rels><?xml version='1.0' encoding='UTF-8'?>
<rels:Relationships xmlns:rels="http://schemas.openxmlformats.org/package/2006/relationships"><rels:Relationship Id="rId1" Type="http://schemas.openxmlformats.org/officeDocument/2006/relationships/slideMaster" Target="slideMasters/slideMaster1.xml" /><rels:Relationship Id="rIdSlide1" Type="http://schemas.openxmlformats.org/officeDocument/2006/relationships/slide" Target="slides/slide1.xml" /><rels:Relationship Id="rIdNotes" Type="http://schemas.openxmlformats.org/officeDocument/2006/relationships/notesMaster" Target="notesMasters/notesMaster1.xml" /></rels:Relationships>
</file>

<file path=ppt/charts/_rels/chart1.xml.rels><?xml version='1.0' encoding='UTF-8'?>
<rels:Relationships xmlns:rels="http://schemas.openxmlformats.org/package/2006/relationships"><rels:Relationship Id="rIdWorkbook" Type="http://schemas.openxmlformats.org/officeDocument/2006/relationships/package" Target="../embeddings/syntheticWorkbook.xlsx" /></rels: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/>
              <a:t>Synthetic chart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11"/>
        <c:axId val="100000012"/>
      </c:barChart>
      <c:catAx>
        <c:axId val="1000000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12"/>
        <c:crosses val="autoZero"/>
        <c:auto val="1"/>
        <c:lblAlgn val="ctr"/>
        <c:lblOffset val="100"/>
      </c:catAx>
      <c:valAx>
        <c:axId val="1000000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11"/>
        <c:crosses val="autoZero"/>
        <c:crossBetween val="between"/>
      </c:valAx>
    </c:plotArea>
    <c:plotVisOnly val="1"/>
    <c:dispBlanksAs val="gap"/>
    <c:showDLblsOverMax val="0"/>
  </c:chart>
  <c:externalData r:id="rIdWorkbook"/>
</c:chartSpace>
</file>

<file path=ppt/notesMasters/_rels/notesMaster1.xml.rels><?xml version='1.0' encoding='UTF-8'?>
<rels:Relationships xmlns:rels="http://schemas.openxmlformats.org/package/2006/relationships"><rels:Relationship Id="rIdNotes" Type="http://schemas.openxmlformats.org/officeDocument/2006/relationships/theme" Target="../theme/theme1.xml" /></rels: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1.xml" /><rels:Relationship Id="rIdNotesMaster" Type="http://schemas.openxmlformats.org/officeDocument/2006/relationships/notesMaster" Target="../notesMasters/notesMaster1.xml" /></rels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1"/>
          <p:cNvSpPr/>
          <p:nvPr/>
        </p:nvSpPr>
        <p:spPr/>
        <p:txBody>
          <a:bodyPr/>
          <a:lstStyle/>
          <a:p>
            <a:r>
              <a:t>Synthetic private notes remain because B1 keeps hidden content.</a:t>
            </a:r>
          </a:p>
        </p:txBody>
      </p:sp>
    </p:spTree>
  </p:cSld>
</p:notes>
</file>

<file path=ppt/slideLayouts/_rels/slideLayout1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2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3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4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5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6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7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slideLayout1.xml><?xml version="1.0" encoding="utf-8"?>
<p:sldLayout xmlns:a="http://schemas.openxmlformats.org/drawingml/2006/main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Two Colum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Image Focus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Masters/_rels/slideMaster1.xml.rels><?xml version='1.0' encoding='UTF-8'?>
<rels:Relationships xmlns:rels="http://schemas.openxmlformats.org/package/2006/relationships"><rels:Relationship Id="rIdTheme" Type="http://schemas.openxmlformats.org/officeDocument/2006/relationships/theme" Target="../theme/theme1.xml" /><rels:Relationship Id="rIdLayout1" Type="http://schemas.openxmlformats.org/officeDocument/2006/relationships/slideLayout" Target="../slideLayouts/slideLayout1.xml" /><rels:Relationship Id="rIdLayout2" Type="http://schemas.openxmlformats.org/officeDocument/2006/relationships/slideLayout" Target="../slideLayouts/slideLayout2.xml" /><rels:Relationship Id="rIdLayout3" Type="http://schemas.openxmlformats.org/officeDocument/2006/relationships/slideLayout" Target="../slideLayouts/slideLayout3.xml" /><rels:Relationship Id="rIdLayout4" Type="http://schemas.openxmlformats.org/officeDocument/2006/relationships/slideLayout" Target="../slideLayouts/slideLayout4.xml" /><rels:Relationship Id="rIdLayout5" Type="http://schemas.openxmlformats.org/officeDocument/2006/relationships/slideLayout" Target="../slideLayouts/slideLayout5.xml" /><rels:Relationship Id="rIdLayout6" Type="http://schemas.openxmlformats.org/officeDocument/2006/relationships/slideLayout" Target="../slideLayouts/slideLayout6.xml" /><rels:Relationship Id="rIdLayout7" Type="http://schemas.openxmlformats.org/officeDocument/2006/relationships/slideLayout" Target="../slideLayouts/slideLayout7.xml" /></rels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</p:sldLayoutIdLst>
  <p:txStyles>
    <p:titleStyle>
      <a:lvl1pPr>
        <a:defRPr sz="3000" b="1">
          <a:solidFill>
            <a:srgbClr val="000000"/>
          </a:solidFill>
          <a:latin typeface="+mj-lt"/>
        </a:defRPr>
      </a:lvl1pPr>
    </p:titleStyle>
    <p:bodyStyle>
      <a:lvl1pPr>
        <a:defRPr sz="1800">
          <a:solidFill>
            <a:srgbClr val="222222"/>
          </a:solidFill>
          <a:latin typeface="+mn-lt"/>
        </a:defRPr>
      </a:lvl1pPr>
    </p:bodyStyle>
    <p:otherStyle>
      <a:lvl1pPr>
        <a:defRPr sz="1800">
          <a:solidFill>
            <a:srgbClr val="222222"/>
          </a:solidFill>
          <a:latin typeface="+mn-lt"/>
        </a:defRPr>
      </a:lvl1pPr>
    </p:otherStyle>
  </p:txStyles>
</p:sldMaster>
</file>

<file path=ppt/slides/_rels/slide1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1.xml" /><rels:Relationship Id="rIdImage" Type="http://schemas.openxmlformats.org/officeDocument/2006/relationships/image" Target="../media/image1.png" /><rels:Relationship Id="rIdNotes" Type="http://schemas.openxmlformats.org/officeDocument/2006/relationships/notesSlide" Target="../notesSlides/notesSlide1.xml" /><rels:Relationship Id="rIdExternalImage" Type="http://schemas.openxmlformats.org/officeDocument/2006/relationships/image" Target="https://example.invalid/private-image.png" TargetMode="External" /><rels:Relationship Id="rIdExternalHyperlink" Type="http://schemas.openxmlformats.org/officeDocument/2006/relationships/hyperlink" Target="https://example.invalid/private-link" TargetMode="External" /></rels:Relationships>
</file>

<file path=ppt/slides/slide1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>
          <a:hlinkClick r:id="rIdExternalHyperlink"/>
        </p:cNvPr>
        <p:cNvGrpSpPr/>
        <p:nvPr/>
      </p:nvGrpSpPr>
      <p:grpSpPr>
        <a:xfrm/>
      </p:grpSpPr>
      <p:pic>
        <p:nvPicPr>
          <p:cNvPr id="5" name="Picture5" descr="Synthetic pixel"/>
          <p:cNvPicPr>
            <a:picLocks noChangeAspect="1"/>
          </p:cNvPicPr>
          <p:nvPr/>
        </p:nvPicPr>
        <p:blipFill>
          <a:blip r:embed="rIdImage" r:link="rIdExternal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solidFill>
            <a:srgbClr val="FFFFFF"/>
          </a:solidFill>
          <a:ln>
            <a:solidFill>
              <a:srgbClr val="D9E2F3"/>
            </a:solidFill>
          </a:ln>
          <a:prstGeom prst="rect">
            <a:avLst/>
          </a:prstGeom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Local text</a:t>
            </a:r>
          </a:p>
        </p:txBody>
      </p:sp>
      <p:graphicFrame>
        <p:nvGraphicFramePr>
          <p:cNvPr id="4" name="Chart4"/>
          <p:cNvGraphicFramePr/>
          <p:nvPr/>
        </p:nvGraphicFramePr>
        <a:xfrm>
          <a:off x="457200" y="1402080"/>
          <a:ext cx="8229600" cy="5090160"/>
        </a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Title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Synthetic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ftia Office">
  <a:themeElements>
    <a:clrScheme name="Elfti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lftia 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/>
          <a:lin ang="0" scaled="0"/>
        </a:gradFill>
        <a:gradFill>
          <a:gsLst/>
          <a:lin ang="0" scaled="0"/>
        </a:gradFill>
      </a:fillStyleLst>
      <a:lnStyleLst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Elftia Document Skills</ns0:Application>
  <ns0:Slides>1</ns0:Slides>
</ns0:Properties>
</file>

<file path=docProps/core.xml><?xml version="1.0" encoding="utf-8"?>
<cp:coreProperties xmlns:cp="http://schemas.openxmlformats.org/package/2006/metadata/core-properties" xmlns:dc="http://purl.org/dc/elements/1.1/">
  <dc:title>Synthetic sanitizer fixture</dc:title>
  <dc:creator>Elftia</dc:creator>
  <dc:subject>B1</dc:subject>
</cp:coreProperties>
</file>